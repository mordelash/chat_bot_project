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31_5B8A9AB1.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tl="1" autoCompressPictures="0">
  <p:sldMasterIdLst>
    <p:sldMasterId id="2147483648" r:id="rId4"/>
    <p:sldMasterId id="2147483679" r:id="rId5"/>
  </p:sldMasterIdLst>
  <p:notesMasterIdLst>
    <p:notesMasterId r:id="rId26"/>
  </p:notesMasterIdLst>
  <p:handoutMasterIdLst>
    <p:handoutMasterId r:id="rId27"/>
  </p:handoutMasterIdLst>
  <p:sldIdLst>
    <p:sldId id="256" r:id="rId6"/>
    <p:sldId id="300" r:id="rId7"/>
    <p:sldId id="301" r:id="rId8"/>
    <p:sldId id="302" r:id="rId9"/>
    <p:sldId id="303" r:id="rId10"/>
    <p:sldId id="304" r:id="rId11"/>
    <p:sldId id="305" r:id="rId12"/>
    <p:sldId id="306" r:id="rId13"/>
    <p:sldId id="307" r:id="rId14"/>
    <p:sldId id="308" r:id="rId15"/>
    <p:sldId id="295" r:id="rId16"/>
    <p:sldId id="309" r:id="rId17"/>
    <p:sldId id="290" r:id="rId18"/>
    <p:sldId id="293" r:id="rId19"/>
    <p:sldId id="310" r:id="rId20"/>
    <p:sldId id="311" r:id="rId21"/>
    <p:sldId id="294" r:id="rId22"/>
    <p:sldId id="296" r:id="rId23"/>
    <p:sldId id="297" r:id="rId24"/>
    <p:sldId id="298" r:id="rId25"/>
  </p:sldIdLst>
  <p:sldSz cx="12192000" cy="6858000"/>
  <p:notesSz cx="6858000" cy="9144000"/>
  <p:defaultTextStyle>
    <a:defPPr algn="r" rtl="1">
      <a:defRPr lang="he-il"/>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66546E-FB35-D919-C04A-F02B5785AB75}" name="Mordechai Lashansky" initials="ML" userId="S::mordechai.lashansky@live.biu.ac.il::f330ae8f-1772-4311-a4f8-50c0929a687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nen Druyan" initials="RD" lastIdx="2" clrIdx="0">
    <p:extLst>
      <p:ext uri="{19B8F6BF-5375-455C-9EA6-DF929625EA0E}">
        <p15:presenceInfo xmlns:p15="http://schemas.microsoft.com/office/powerpoint/2012/main" userId="Ronen Druy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סגנון ביניים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סגנון כהה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ללא סגנון, ללא רשת">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ללא סגנון, רשת טבלה">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סגנון בהיר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סגנון בהיר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BC89EF96-8CEA-46FF-86C4-4CE0E7609802}" styleName="סגנון בהיר 3 - הדגשה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00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9" d="100"/>
          <a:sy n="89" d="100"/>
        </p:scale>
        <p:origin x="3774"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handoutMaster" Target="handoutMasters/handoutMaster1.xml"/><Relationship Id="rId30" Type="http://schemas.openxmlformats.org/officeDocument/2006/relationships/viewProps" Target="viewProps.xml"/><Relationship Id="rId8" Type="http://schemas.openxmlformats.org/officeDocument/2006/relationships/slide" Target="slides/slide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morde\Desktop\Studies\project\results\results\graph%20result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morde\Desktop\Studies\project\results\results\graph%20results.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[graph results.xlsx]Weighted graph!PivotTable18</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a:solidFill>
                  <a:sysClr val="windowText" lastClr="000000">
                    <a:lumMod val="65000"/>
                    <a:lumOff val="35000"/>
                  </a:sysClr>
                </a:solidFill>
              </a:rPr>
              <a:t>Weighted Sum of accuracy for all tests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LID4096"/>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'Weighted graph'!$B$3:$B$4</c:f>
              <c:strCache>
                <c:ptCount val="1"/>
                <c:pt idx="0">
                  <c:v>eng</c:v>
                </c:pt>
              </c:strCache>
            </c:strRef>
          </c:tx>
          <c:spPr>
            <a:solidFill>
              <a:schemeClr val="accent1"/>
            </a:solidFill>
            <a:ln>
              <a:noFill/>
            </a:ln>
            <a:effectLst/>
          </c:spPr>
          <c:invertIfNegative val="0"/>
          <c:cat>
            <c:strRef>
              <c:f>'Weighted graph'!$A$5:$A$11</c:f>
              <c:strCache>
                <c:ptCount val="7"/>
                <c:pt idx="0">
                  <c:v>dolphin3</c:v>
                </c:pt>
                <c:pt idx="1">
                  <c:v>gemma3:12b</c:v>
                </c:pt>
                <c:pt idx="2">
                  <c:v>gemma3:4b</c:v>
                </c:pt>
                <c:pt idx="3">
                  <c:v>llama3.1</c:v>
                </c:pt>
                <c:pt idx="4">
                  <c:v>llama3.2</c:v>
                </c:pt>
                <c:pt idx="5">
                  <c:v>qwen2.5</c:v>
                </c:pt>
                <c:pt idx="6">
                  <c:v>tulu3</c:v>
                </c:pt>
              </c:strCache>
            </c:strRef>
          </c:cat>
          <c:val>
            <c:numRef>
              <c:f>'Weighted graph'!$B$5:$B$11</c:f>
              <c:numCache>
                <c:formatCode>General</c:formatCode>
                <c:ptCount val="7"/>
                <c:pt idx="0">
                  <c:v>0.60280170766128049</c:v>
                </c:pt>
                <c:pt idx="1">
                  <c:v>0.71125616460847929</c:v>
                </c:pt>
                <c:pt idx="2">
                  <c:v>0.59290036276429081</c:v>
                </c:pt>
                <c:pt idx="3">
                  <c:v>0.65214519755985889</c:v>
                </c:pt>
                <c:pt idx="4">
                  <c:v>0.59500987295757402</c:v>
                </c:pt>
                <c:pt idx="5">
                  <c:v>0.68479005921679981</c:v>
                </c:pt>
                <c:pt idx="6">
                  <c:v>0.61724890675368538</c:v>
                </c:pt>
              </c:numCache>
            </c:numRef>
          </c:val>
          <c:extLst>
            <c:ext xmlns:c16="http://schemas.microsoft.com/office/drawing/2014/chart" uri="{C3380CC4-5D6E-409C-BE32-E72D297353CC}">
              <c16:uniqueId val="{00000000-0FD1-4052-B3BE-65563501543B}"/>
            </c:ext>
          </c:extLst>
        </c:ser>
        <c:ser>
          <c:idx val="1"/>
          <c:order val="1"/>
          <c:tx>
            <c:strRef>
              <c:f>'Weighted graph'!$C$3:$C$4</c:f>
              <c:strCache>
                <c:ptCount val="1"/>
                <c:pt idx="0">
                  <c:v>simp</c:v>
                </c:pt>
              </c:strCache>
            </c:strRef>
          </c:tx>
          <c:spPr>
            <a:solidFill>
              <a:schemeClr val="accent2"/>
            </a:solidFill>
            <a:ln>
              <a:noFill/>
            </a:ln>
            <a:effectLst/>
          </c:spPr>
          <c:invertIfNegative val="0"/>
          <c:cat>
            <c:strRef>
              <c:f>'Weighted graph'!$A$5:$A$11</c:f>
              <c:strCache>
                <c:ptCount val="7"/>
                <c:pt idx="0">
                  <c:v>dolphin3</c:v>
                </c:pt>
                <c:pt idx="1">
                  <c:v>gemma3:12b</c:v>
                </c:pt>
                <c:pt idx="2">
                  <c:v>gemma3:4b</c:v>
                </c:pt>
                <c:pt idx="3">
                  <c:v>llama3.1</c:v>
                </c:pt>
                <c:pt idx="4">
                  <c:v>llama3.2</c:v>
                </c:pt>
                <c:pt idx="5">
                  <c:v>qwen2.5</c:v>
                </c:pt>
                <c:pt idx="6">
                  <c:v>tulu3</c:v>
                </c:pt>
              </c:strCache>
            </c:strRef>
          </c:cat>
          <c:val>
            <c:numRef>
              <c:f>'Weighted graph'!$C$5:$C$11</c:f>
              <c:numCache>
                <c:formatCode>General</c:formatCode>
                <c:ptCount val="7"/>
                <c:pt idx="0">
                  <c:v>0.59811256920474676</c:v>
                </c:pt>
                <c:pt idx="1">
                  <c:v>0.70537221974235709</c:v>
                </c:pt>
                <c:pt idx="2">
                  <c:v>0.59802893284713243</c:v>
                </c:pt>
                <c:pt idx="3">
                  <c:v>0.64934750035845112</c:v>
                </c:pt>
                <c:pt idx="4">
                  <c:v>0.59342024117519554</c:v>
                </c:pt>
                <c:pt idx="5">
                  <c:v>0.67847120110208858</c:v>
                </c:pt>
                <c:pt idx="6">
                  <c:v>0.59858366057352352</c:v>
                </c:pt>
              </c:numCache>
            </c:numRef>
          </c:val>
          <c:extLst>
            <c:ext xmlns:c16="http://schemas.microsoft.com/office/drawing/2014/chart" uri="{C3380CC4-5D6E-409C-BE32-E72D297353CC}">
              <c16:uniqueId val="{00000001-0FD1-4052-B3BE-65563501543B}"/>
            </c:ext>
          </c:extLst>
        </c:ser>
        <c:dLbls>
          <c:showLegendKey val="0"/>
          <c:showVal val="0"/>
          <c:showCatName val="0"/>
          <c:showSerName val="0"/>
          <c:showPercent val="0"/>
          <c:showBubbleSize val="0"/>
        </c:dLbls>
        <c:gapWidth val="219"/>
        <c:overlap val="-27"/>
        <c:axId val="842948624"/>
        <c:axId val="1050784656"/>
      </c:barChart>
      <c:catAx>
        <c:axId val="8429486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1050784656"/>
        <c:crosses val="autoZero"/>
        <c:auto val="1"/>
        <c:lblAlgn val="ctr"/>
        <c:lblOffset val="100"/>
        <c:noMultiLvlLbl val="0"/>
      </c:catAx>
      <c:valAx>
        <c:axId val="10507846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84294862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legend>
    <c:plotVisOnly val="1"/>
    <c:dispBlanksAs val="gap"/>
    <c:showDLblsOverMax val="0"/>
  </c:chart>
  <c:spPr>
    <a:noFill/>
    <a:ln>
      <a:noFill/>
    </a:ln>
    <a:effectLst/>
  </c:spPr>
  <c:txPr>
    <a:bodyPr/>
    <a:lstStyle/>
    <a:p>
      <a:pPr>
        <a:defRPr/>
      </a:pPr>
      <a:endParaRPr lang="LID4096"/>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[graph results.xlsx]sum graph!PivotTable31</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Sum</a:t>
            </a:r>
            <a:r>
              <a:rPr lang="en-US" baseline="0"/>
              <a:t> of accuracy for all tests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LID4096"/>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'sum graph'!$B$3:$B$4</c:f>
              <c:strCache>
                <c:ptCount val="1"/>
                <c:pt idx="0">
                  <c:v>eng</c:v>
                </c:pt>
              </c:strCache>
            </c:strRef>
          </c:tx>
          <c:spPr>
            <a:solidFill>
              <a:schemeClr val="accent1"/>
            </a:solidFill>
            <a:ln>
              <a:noFill/>
            </a:ln>
            <a:effectLst/>
          </c:spPr>
          <c:invertIfNegative val="0"/>
          <c:cat>
            <c:strRef>
              <c:f>'sum graph'!$A$5:$A$11</c:f>
              <c:strCache>
                <c:ptCount val="7"/>
                <c:pt idx="0">
                  <c:v>dolphin3</c:v>
                </c:pt>
                <c:pt idx="1">
                  <c:v>gemma3:12b</c:v>
                </c:pt>
                <c:pt idx="2">
                  <c:v>gemma3:4b</c:v>
                </c:pt>
                <c:pt idx="3">
                  <c:v>llama3.1</c:v>
                </c:pt>
                <c:pt idx="4">
                  <c:v>llama3.2</c:v>
                </c:pt>
                <c:pt idx="5">
                  <c:v>qwen2.5</c:v>
                </c:pt>
                <c:pt idx="6">
                  <c:v>tulu3</c:v>
                </c:pt>
              </c:strCache>
            </c:strRef>
          </c:cat>
          <c:val>
            <c:numRef>
              <c:f>'sum graph'!$B$5:$B$11</c:f>
              <c:numCache>
                <c:formatCode>General</c:formatCode>
                <c:ptCount val="7"/>
                <c:pt idx="0">
                  <c:v>0.57008038002268058</c:v>
                </c:pt>
                <c:pt idx="1">
                  <c:v>0.69733143356289451</c:v>
                </c:pt>
                <c:pt idx="2">
                  <c:v>0.56186209898559314</c:v>
                </c:pt>
                <c:pt idx="3">
                  <c:v>0.6165346679050635</c:v>
                </c:pt>
                <c:pt idx="4">
                  <c:v>0.566353476069692</c:v>
                </c:pt>
                <c:pt idx="5">
                  <c:v>0.66572388306602981</c:v>
                </c:pt>
                <c:pt idx="6">
                  <c:v>0.58311883464065484</c:v>
                </c:pt>
              </c:numCache>
            </c:numRef>
          </c:val>
          <c:extLst>
            <c:ext xmlns:c16="http://schemas.microsoft.com/office/drawing/2014/chart" uri="{C3380CC4-5D6E-409C-BE32-E72D297353CC}">
              <c16:uniqueId val="{00000000-5906-43CD-91F6-91820CCA0E50}"/>
            </c:ext>
          </c:extLst>
        </c:ser>
        <c:ser>
          <c:idx val="1"/>
          <c:order val="1"/>
          <c:tx>
            <c:strRef>
              <c:f>'sum graph'!$C$3:$C$4</c:f>
              <c:strCache>
                <c:ptCount val="1"/>
                <c:pt idx="0">
                  <c:v>simp</c:v>
                </c:pt>
              </c:strCache>
            </c:strRef>
          </c:tx>
          <c:spPr>
            <a:solidFill>
              <a:schemeClr val="accent2"/>
            </a:solidFill>
            <a:ln>
              <a:noFill/>
            </a:ln>
            <a:effectLst/>
          </c:spPr>
          <c:invertIfNegative val="0"/>
          <c:cat>
            <c:strRef>
              <c:f>'sum graph'!$A$5:$A$11</c:f>
              <c:strCache>
                <c:ptCount val="7"/>
                <c:pt idx="0">
                  <c:v>dolphin3</c:v>
                </c:pt>
                <c:pt idx="1">
                  <c:v>gemma3:12b</c:v>
                </c:pt>
                <c:pt idx="2">
                  <c:v>gemma3:4b</c:v>
                </c:pt>
                <c:pt idx="3">
                  <c:v>llama3.1</c:v>
                </c:pt>
                <c:pt idx="4">
                  <c:v>llama3.2</c:v>
                </c:pt>
                <c:pt idx="5">
                  <c:v>qwen2.5</c:v>
                </c:pt>
                <c:pt idx="6">
                  <c:v>tulu3</c:v>
                </c:pt>
              </c:strCache>
            </c:strRef>
          </c:cat>
          <c:val>
            <c:numRef>
              <c:f>'sum graph'!$C$5:$C$11</c:f>
              <c:numCache>
                <c:formatCode>General</c:formatCode>
                <c:ptCount val="7"/>
                <c:pt idx="0">
                  <c:v>0.56092336280452859</c:v>
                </c:pt>
                <c:pt idx="1">
                  <c:v>0.68841713470597221</c:v>
                </c:pt>
                <c:pt idx="2">
                  <c:v>0.56474828079602013</c:v>
                </c:pt>
                <c:pt idx="3">
                  <c:v>0.60678893316883631</c:v>
                </c:pt>
                <c:pt idx="4">
                  <c:v>0.56190352314845815</c:v>
                </c:pt>
                <c:pt idx="5">
                  <c:v>0.65601700939156804</c:v>
                </c:pt>
                <c:pt idx="6">
                  <c:v>0.5568985521961316</c:v>
                </c:pt>
              </c:numCache>
            </c:numRef>
          </c:val>
          <c:extLst>
            <c:ext xmlns:c16="http://schemas.microsoft.com/office/drawing/2014/chart" uri="{C3380CC4-5D6E-409C-BE32-E72D297353CC}">
              <c16:uniqueId val="{00000001-5906-43CD-91F6-91820CCA0E50}"/>
            </c:ext>
          </c:extLst>
        </c:ser>
        <c:dLbls>
          <c:showLegendKey val="0"/>
          <c:showVal val="0"/>
          <c:showCatName val="0"/>
          <c:showSerName val="0"/>
          <c:showPercent val="0"/>
          <c:showBubbleSize val="0"/>
        </c:dLbls>
        <c:gapWidth val="219"/>
        <c:overlap val="-27"/>
        <c:axId val="2124932287"/>
        <c:axId val="2124933727"/>
      </c:barChart>
      <c:catAx>
        <c:axId val="21249322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2124933727"/>
        <c:crosses val="autoZero"/>
        <c:auto val="1"/>
        <c:lblAlgn val="ctr"/>
        <c:lblOffset val="100"/>
        <c:noMultiLvlLbl val="0"/>
      </c:catAx>
      <c:valAx>
        <c:axId val="212493372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crossAx val="212493228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LID4096"/>
        </a:p>
      </c:txPr>
    </c:legend>
    <c:plotVisOnly val="1"/>
    <c:dispBlanksAs val="gap"/>
    <c:showDLblsOverMax val="0"/>
  </c:chart>
  <c:spPr>
    <a:noFill/>
    <a:ln>
      <a:noFill/>
    </a:ln>
    <a:effectLst/>
  </c:spPr>
  <c:txPr>
    <a:bodyPr/>
    <a:lstStyle/>
    <a:p>
      <a:pPr>
        <a:defRPr/>
      </a:pPr>
      <a:endParaRPr lang="LID4096"/>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131_5B8A9AB1.xml><?xml version="1.0" encoding="utf-8"?>
<p188:cmLst xmlns:a="http://schemas.openxmlformats.org/drawingml/2006/main" xmlns:r="http://schemas.openxmlformats.org/officeDocument/2006/relationships" xmlns:p188="http://schemas.microsoft.com/office/powerpoint/2018/8/main">
  <p188:cm id="{3A60BD5A-70CB-46B6-AF38-C49A46A71C27}" authorId="{C466546E-FB35-D919-C04A-F02B5785AB75}" created="2025-10-28T15:58:45.470">
    <ac:deMkLst xmlns:ac="http://schemas.microsoft.com/office/drawing/2013/main/command">
      <pc:docMk xmlns:pc="http://schemas.microsoft.com/office/powerpoint/2013/main/command"/>
      <pc:sldMk xmlns:pc="http://schemas.microsoft.com/office/powerpoint/2013/main/command" cId="1535810225" sldId="305"/>
      <ac:spMk id="8" creationId="{FE43C1FF-E1A6-350C-96CA-1726B84A144D}"/>
    </ac:deMkLst>
    <p188:txBody>
      <a:bodyPr/>
      <a:lstStyle/>
      <a:p>
        <a:r>
          <a:rPr lang="LID4096"/>
          <a:t>ד</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flipH="1">
            <a:off x="3886200" y="0"/>
            <a:ext cx="2971800" cy="458788"/>
          </a:xfrm>
          <a:prstGeom prst="rect">
            <a:avLst/>
          </a:prstGeom>
        </p:spPr>
        <p:txBody>
          <a:bodyPr vert="horz" lIns="91440" tIns="45720" rIns="91440" bIns="45720" rtlCol="1"/>
          <a:lstStyle>
            <a:lvl1pPr algn="r" rtl="1">
              <a:defRPr sz="1200"/>
            </a:lvl1pPr>
          </a:lstStyle>
          <a:p>
            <a:pPr algn="r" rtl="1"/>
            <a:endParaRPr lang="he-IL">
              <a:latin typeface="Tahoma" panose="020B0604030504040204" pitchFamily="34" charset="0"/>
              <a:ea typeface="Tahoma" panose="020B0604030504040204" pitchFamily="34" charset="0"/>
              <a:cs typeface="Tahoma" panose="020B0604030504040204" pitchFamily="34" charset="0"/>
            </a:endParaRPr>
          </a:p>
        </p:txBody>
      </p:sp>
      <p:sp>
        <p:nvSpPr>
          <p:cNvPr id="3" name="מציין מיקום של תאריך 2"/>
          <p:cNvSpPr>
            <a:spLocks noGrp="1"/>
          </p:cNvSpPr>
          <p:nvPr>
            <p:ph type="dt" sz="quarter" idx="1"/>
          </p:nvPr>
        </p:nvSpPr>
        <p:spPr>
          <a:xfrm flipH="1">
            <a:off x="1587" y="0"/>
            <a:ext cx="2971800" cy="458788"/>
          </a:xfrm>
          <a:prstGeom prst="rect">
            <a:avLst/>
          </a:prstGeom>
        </p:spPr>
        <p:txBody>
          <a:bodyPr vert="horz" lIns="91440" tIns="45720" rIns="91440" bIns="45720" rtlCol="1"/>
          <a:lstStyle>
            <a:lvl1pPr algn="r" rtl="1">
              <a:defRPr sz="1200"/>
            </a:lvl1pPr>
          </a:lstStyle>
          <a:p>
            <a:pPr algn="l" rtl="1"/>
            <a:fld id="{016416FC-43B9-4306-A456-B11DCD73D032}" type="datetime1">
              <a:rPr lang="he-IL" smtClean="0">
                <a:latin typeface="Tahoma" panose="020B0604030504040204" pitchFamily="34" charset="0"/>
                <a:ea typeface="Tahoma" panose="020B0604030504040204" pitchFamily="34" charset="0"/>
                <a:cs typeface="Tahoma" panose="020B0604030504040204" pitchFamily="34" charset="0"/>
              </a:rPr>
              <a:t>ח'/חשון/תשפ"ו</a:t>
            </a:fld>
            <a:endParaRPr lang="he-IL">
              <a:latin typeface="Tahoma" panose="020B0604030504040204" pitchFamily="34" charset="0"/>
              <a:ea typeface="Tahoma" panose="020B0604030504040204" pitchFamily="34" charset="0"/>
              <a:cs typeface="Tahoma" panose="020B0604030504040204" pitchFamily="34" charset="0"/>
            </a:endParaRPr>
          </a:p>
        </p:txBody>
      </p:sp>
      <p:sp>
        <p:nvSpPr>
          <p:cNvPr id="4" name="מציין מיקום של כותרת תחתונה 3"/>
          <p:cNvSpPr>
            <a:spLocks noGrp="1"/>
          </p:cNvSpPr>
          <p:nvPr>
            <p:ph type="ftr" sz="quarter" idx="2"/>
          </p:nvPr>
        </p:nvSpPr>
        <p:spPr>
          <a:xfrm flipH="1">
            <a:off x="3886200" y="8685213"/>
            <a:ext cx="2971800" cy="458787"/>
          </a:xfrm>
          <a:prstGeom prst="rect">
            <a:avLst/>
          </a:prstGeom>
        </p:spPr>
        <p:txBody>
          <a:bodyPr vert="horz" lIns="91440" tIns="45720" rIns="91440" bIns="45720" rtlCol="1" anchor="b"/>
          <a:lstStyle>
            <a:lvl1pPr algn="r" rtl="1">
              <a:defRPr sz="1200"/>
            </a:lvl1pPr>
          </a:lstStyle>
          <a:p>
            <a:pPr algn="r" rtl="1"/>
            <a:endParaRPr lang="he-IL">
              <a:latin typeface="Tahoma" panose="020B0604030504040204" pitchFamily="34" charset="0"/>
              <a:ea typeface="Tahoma" panose="020B0604030504040204" pitchFamily="34" charset="0"/>
              <a:cs typeface="Tahoma" panose="020B0604030504040204" pitchFamily="34" charset="0"/>
            </a:endParaRPr>
          </a:p>
        </p:txBody>
      </p:sp>
      <p:sp>
        <p:nvSpPr>
          <p:cNvPr id="5" name="מציין מיקום של מספר שקופית 4"/>
          <p:cNvSpPr>
            <a:spLocks noGrp="1"/>
          </p:cNvSpPr>
          <p:nvPr>
            <p:ph type="sldNum" sz="quarter" idx="3"/>
          </p:nvPr>
        </p:nvSpPr>
        <p:spPr>
          <a:xfrm flipH="1">
            <a:off x="1587" y="8685213"/>
            <a:ext cx="2971800" cy="458787"/>
          </a:xfrm>
          <a:prstGeom prst="rect">
            <a:avLst/>
          </a:prstGeom>
        </p:spPr>
        <p:txBody>
          <a:bodyPr vert="horz" lIns="91440" tIns="45720" rIns="91440" bIns="45720" rtlCol="1" anchor="b"/>
          <a:lstStyle>
            <a:lvl1pPr algn="r" rtl="1">
              <a:defRPr sz="1200"/>
            </a:lvl1pPr>
          </a:lstStyle>
          <a:p>
            <a:pPr algn="l" rtl="1"/>
            <a:fld id="{FB53ADFC-ABB8-401A-BB24-33FDAFEDCEBD}" type="slidenum">
              <a:rPr lang="he-IL" smtClean="0">
                <a:latin typeface="Tahoma" panose="020B0604030504040204" pitchFamily="34" charset="0"/>
                <a:ea typeface="Tahoma" panose="020B0604030504040204" pitchFamily="34" charset="0"/>
                <a:cs typeface="Tahoma" panose="020B0604030504040204" pitchFamily="34" charset="0"/>
              </a:rPr>
              <a:pPr algn="l" rtl="1"/>
              <a:t>‹#›</a:t>
            </a:fld>
            <a:endParaRPr lang="he-I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733249305"/>
      </p:ext>
    </p:extLst>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flipH="1">
            <a:off x="3886200" y="0"/>
            <a:ext cx="2971800" cy="458788"/>
          </a:xfrm>
          <a:prstGeom prst="rect">
            <a:avLst/>
          </a:prstGeom>
        </p:spPr>
        <p:txBody>
          <a:bodyPr vert="horz" lIns="91440" tIns="45720" rIns="91440" bIns="45720" rtlCol="1"/>
          <a:lstStyle>
            <a:lvl1pPr algn="r" rtl="1">
              <a:defRPr sz="1200">
                <a:latin typeface="Tahoma" panose="020B0604030504040204" pitchFamily="34" charset="0"/>
                <a:ea typeface="Tahoma" panose="020B0604030504040204" pitchFamily="34" charset="0"/>
                <a:cs typeface="Tahoma" panose="020B0604030504040204" pitchFamily="34" charset="0"/>
              </a:defRPr>
            </a:lvl1pPr>
          </a:lstStyle>
          <a:p>
            <a:endParaRPr lang="he-IL" noProof="0"/>
          </a:p>
        </p:txBody>
      </p:sp>
      <p:sp>
        <p:nvSpPr>
          <p:cNvPr id="3" name="מציין מיקום של תאריך 2"/>
          <p:cNvSpPr>
            <a:spLocks noGrp="1"/>
          </p:cNvSpPr>
          <p:nvPr>
            <p:ph type="dt" idx="1"/>
          </p:nvPr>
        </p:nvSpPr>
        <p:spPr>
          <a:xfrm flipH="1">
            <a:off x="1587" y="0"/>
            <a:ext cx="2971800" cy="458788"/>
          </a:xfrm>
          <a:prstGeom prst="rect">
            <a:avLst/>
          </a:prstGeom>
        </p:spPr>
        <p:txBody>
          <a:bodyPr vert="horz" lIns="91440" tIns="45720" rIns="91440" bIns="45720" rtlCol="1"/>
          <a:lstStyle>
            <a:lvl1pPr algn="l" rtl="1">
              <a:defRPr sz="1200">
                <a:latin typeface="Tahoma" panose="020B0604030504040204" pitchFamily="34" charset="0"/>
                <a:ea typeface="Tahoma" panose="020B0604030504040204" pitchFamily="34" charset="0"/>
                <a:cs typeface="Tahoma" panose="020B0604030504040204" pitchFamily="34" charset="0"/>
              </a:defRPr>
            </a:lvl1pPr>
          </a:lstStyle>
          <a:p>
            <a:fld id="{B04DC207-6933-4158-AE0F-AEC727BFF656}" type="datetime1">
              <a:rPr lang="he-IL" smtClean="0"/>
              <a:pPr/>
              <a:t>ח'/חשון/תשפ"ו</a:t>
            </a:fld>
            <a:endParaRPr lang="he-IL" dirty="0"/>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pPr rtl="1"/>
            <a:endParaRPr lang="he-IL" noProof="0"/>
          </a:p>
        </p:txBody>
      </p:sp>
      <p:sp>
        <p:nvSpPr>
          <p:cNvPr id="5" name="מציין מיקום של הערות 4"/>
          <p:cNvSpPr>
            <a:spLocks noGrp="1"/>
          </p:cNvSpPr>
          <p:nvPr>
            <p:ph type="body" sz="quarter" idx="3"/>
          </p:nvPr>
        </p:nvSpPr>
        <p:spPr>
          <a:xfrm flipH="1">
            <a:off x="685800" y="4400550"/>
            <a:ext cx="5486400" cy="3600450"/>
          </a:xfrm>
          <a:prstGeom prst="rect">
            <a:avLst/>
          </a:prstGeom>
        </p:spPr>
        <p:txBody>
          <a:bodyPr vert="horz" lIns="91440" tIns="45720" rIns="91440" bIns="45720" rtlCol="1"/>
          <a:lstStyle/>
          <a:p>
            <a:pPr lvl="0" rtl="1"/>
            <a:r>
              <a:rPr lang="he-IL" noProof="0" dirty="0"/>
              <a:t>לחץ כדי לערוך סגנונות טקסט של תבנית בסיס</a:t>
            </a:r>
          </a:p>
          <a:p>
            <a:pPr lvl="1" rtl="1"/>
            <a:r>
              <a:rPr lang="he-IL" noProof="0" dirty="0"/>
              <a:t>רמה שניה</a:t>
            </a:r>
          </a:p>
          <a:p>
            <a:pPr lvl="2" rtl="1"/>
            <a:r>
              <a:rPr lang="he-IL" noProof="0" dirty="0"/>
              <a:t>רמה שלישית</a:t>
            </a:r>
          </a:p>
          <a:p>
            <a:pPr lvl="3" rtl="1"/>
            <a:r>
              <a:rPr lang="he-IL" noProof="0" dirty="0"/>
              <a:t>רמה רביעית</a:t>
            </a:r>
          </a:p>
          <a:p>
            <a:pPr lvl="4" rtl="1"/>
            <a:r>
              <a:rPr lang="he-IL" noProof="0" dirty="0"/>
              <a:t>רמה חמישית</a:t>
            </a:r>
          </a:p>
        </p:txBody>
      </p:sp>
      <p:sp>
        <p:nvSpPr>
          <p:cNvPr id="6" name="מציין מיקום של כותרת תחתונה 5"/>
          <p:cNvSpPr>
            <a:spLocks noGrp="1"/>
          </p:cNvSpPr>
          <p:nvPr>
            <p:ph type="ftr" sz="quarter" idx="4"/>
          </p:nvPr>
        </p:nvSpPr>
        <p:spPr>
          <a:xfrm flipH="1">
            <a:off x="3886200" y="8685213"/>
            <a:ext cx="2971800" cy="458787"/>
          </a:xfrm>
          <a:prstGeom prst="rect">
            <a:avLst/>
          </a:prstGeom>
        </p:spPr>
        <p:txBody>
          <a:bodyPr vert="horz" lIns="91440" tIns="45720" rIns="91440" bIns="45720" rtlCol="1" anchor="b"/>
          <a:lstStyle>
            <a:lvl1pPr algn="r" rtl="1">
              <a:defRPr sz="1200">
                <a:latin typeface="Tahoma" panose="020B0604030504040204" pitchFamily="34" charset="0"/>
                <a:ea typeface="Tahoma" panose="020B0604030504040204" pitchFamily="34" charset="0"/>
                <a:cs typeface="Tahoma" panose="020B0604030504040204" pitchFamily="34" charset="0"/>
              </a:defRPr>
            </a:lvl1pPr>
          </a:lstStyle>
          <a:p>
            <a:endParaRPr lang="he-IL" noProof="0"/>
          </a:p>
        </p:txBody>
      </p:sp>
      <p:sp>
        <p:nvSpPr>
          <p:cNvPr id="7" name="מציין מיקום של מספר שקופית 6"/>
          <p:cNvSpPr>
            <a:spLocks noGrp="1"/>
          </p:cNvSpPr>
          <p:nvPr>
            <p:ph type="sldNum" sz="quarter" idx="5"/>
          </p:nvPr>
        </p:nvSpPr>
        <p:spPr>
          <a:xfrm flipH="1">
            <a:off x="1587" y="8685213"/>
            <a:ext cx="2971800" cy="458787"/>
          </a:xfrm>
          <a:prstGeom prst="rect">
            <a:avLst/>
          </a:prstGeom>
        </p:spPr>
        <p:txBody>
          <a:bodyPr vert="horz" lIns="91440" tIns="45720" rIns="91440" bIns="45720" rtlCol="1" anchor="b"/>
          <a:lstStyle>
            <a:lvl1pPr algn="l" rtl="1">
              <a:defRPr sz="1200">
                <a:latin typeface="Tahoma" panose="020B0604030504040204" pitchFamily="34" charset="0"/>
                <a:ea typeface="Tahoma" panose="020B0604030504040204" pitchFamily="34" charset="0"/>
                <a:cs typeface="Tahoma" panose="020B0604030504040204" pitchFamily="34" charset="0"/>
              </a:defRPr>
            </a:lvl1pPr>
          </a:lstStyle>
          <a:p>
            <a:fld id="{4B725628-3A68-42F4-BA86-981817953149}" type="slidenum">
              <a:rPr lang="he-IL" smtClean="0"/>
              <a:pPr/>
              <a:t>‹#›</a:t>
            </a:fld>
            <a:endParaRPr lang="he-IL"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hf sldNum="0" hdr="0" dt="0"/>
  <p:notesStyle>
    <a:lvl1pPr marL="0" algn="r" defTabSz="914400" rtl="1" eaLnBrk="1" latinLnBrk="0" hangingPunct="1">
      <a:defRPr sz="12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algn="r" defTabSz="914400" rtl="1" eaLnBrk="1" latinLnBrk="0" hangingPunct="1">
      <a:defRPr sz="12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algn="r" defTabSz="914400" rtl="1" eaLnBrk="1" latinLnBrk="0" hangingPunct="1">
      <a:defRPr sz="12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algn="r" defTabSz="914400" rtl="1" eaLnBrk="1" latinLnBrk="0" hangingPunct="1">
      <a:defRPr sz="12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algn="r" defTabSz="914400" rtl="1" eaLnBrk="1" latinLnBrk="0" hangingPunct="1">
      <a:defRPr sz="12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rtlCol="1"/>
          <a:lstStyle/>
          <a:p>
            <a:pPr rtl="1"/>
            <a:endParaRPr lang="he-IL">
              <a:latin typeface="Tahoma" panose="020B0604030504040204" pitchFamily="34" charset="0"/>
              <a:ea typeface="Tahoma" panose="020B0604030504040204" pitchFamily="34" charset="0"/>
              <a:cs typeface="Tahoma" panose="020B0604030504040204" pitchFamily="34" charset="0"/>
            </a:endParaRPr>
          </a:p>
        </p:txBody>
      </p:sp>
      <p:sp>
        <p:nvSpPr>
          <p:cNvPr id="5" name="Footer Placeholder 4">
            <a:extLst>
              <a:ext uri="{FF2B5EF4-FFF2-40B4-BE49-F238E27FC236}">
                <a16:creationId xmlns:a16="http://schemas.microsoft.com/office/drawing/2014/main" id="{7E3E4F88-BFC6-B479-0092-3E31FFFB8E34}"/>
              </a:ext>
            </a:extLst>
          </p:cNvPr>
          <p:cNvSpPr>
            <a:spLocks noGrp="1"/>
          </p:cNvSpPr>
          <p:nvPr>
            <p:ph type="ftr" sz="quarter" idx="4"/>
          </p:nvPr>
        </p:nvSpPr>
        <p:spPr/>
        <p:txBody>
          <a:bodyPr/>
          <a:lstStyle/>
          <a:p>
            <a:endParaRPr lang="he-IL" noProof="0"/>
          </a:p>
        </p:txBody>
      </p:sp>
    </p:spTree>
    <p:extLst>
      <p:ext uri="{BB962C8B-B14F-4D97-AF65-F5344CB8AC3E}">
        <p14:creationId xmlns:p14="http://schemas.microsoft.com/office/powerpoint/2010/main" val="38592577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sz="1200" b="0" i="0" u="none" strike="noStrike" kern="1200" baseline="0" dirty="0">
                <a:solidFill>
                  <a:schemeClr val="tx1"/>
                </a:solidFill>
                <a:latin typeface="Tahoma" panose="020B0604030504040204" pitchFamily="34" charset="0"/>
                <a:ea typeface="Tahoma" panose="020B0604030504040204" pitchFamily="34" charset="0"/>
                <a:cs typeface="Tahoma" panose="020B0604030504040204" pitchFamily="34" charset="0"/>
              </a:rPr>
              <a:t>משקולות אלו הוחלטו לפי המבחנים היותר רלוונטים למטרת הפרויקט שלנו, עבור ה </a:t>
            </a:r>
            <a:r>
              <a:rPr lang="en-US" sz="1200" b="0" i="0" u="none" strike="noStrike" kern="1200" baseline="0" dirty="0">
                <a:solidFill>
                  <a:schemeClr val="tx1"/>
                </a:solidFill>
                <a:latin typeface="Tahoma" panose="020B0604030504040204" pitchFamily="34" charset="0"/>
                <a:ea typeface="Tahoma" panose="020B0604030504040204" pitchFamily="34" charset="0"/>
                <a:cs typeface="Tahoma" panose="020B0604030504040204" pitchFamily="34" charset="0"/>
              </a:rPr>
              <a:t> chatbot </a:t>
            </a:r>
            <a:r>
              <a:rPr lang="he-IL" sz="1200" b="0" i="0" u="none" strike="noStrike" kern="1200" baseline="0" dirty="0">
                <a:solidFill>
                  <a:schemeClr val="tx1"/>
                </a:solidFill>
                <a:latin typeface="Tahoma" panose="020B0604030504040204" pitchFamily="34" charset="0"/>
                <a:ea typeface="Tahoma" panose="020B0604030504040204" pitchFamily="34" charset="0"/>
                <a:cs typeface="Tahoma" panose="020B0604030504040204" pitchFamily="34" charset="0"/>
              </a:rPr>
              <a:t>הכי</a:t>
            </a:r>
          </a:p>
          <a:p>
            <a:r>
              <a:rPr lang="he-IL" sz="1200" b="0" i="0" u="none" strike="noStrike" kern="1200" baseline="0" dirty="0">
                <a:solidFill>
                  <a:schemeClr val="tx1"/>
                </a:solidFill>
                <a:latin typeface="Tahoma" panose="020B0604030504040204" pitchFamily="34" charset="0"/>
                <a:ea typeface="Tahoma" panose="020B0604030504040204" pitchFamily="34" charset="0"/>
                <a:cs typeface="Tahoma" panose="020B0604030504040204" pitchFamily="34" charset="0"/>
              </a:rPr>
              <a:t>חשוב לנו ידע כללי בנושאים ספציפים) </a:t>
            </a:r>
            <a:r>
              <a:rPr lang="en-US" sz="1200" b="0" i="0" u="none" strike="noStrike" kern="1200" baseline="0" dirty="0">
                <a:solidFill>
                  <a:schemeClr val="tx1"/>
                </a:solidFill>
                <a:latin typeface="Tahoma" panose="020B0604030504040204" pitchFamily="34" charset="0"/>
                <a:ea typeface="Tahoma" panose="020B0604030504040204" pitchFamily="34" charset="0"/>
                <a:cs typeface="Tahoma" panose="020B0604030504040204" pitchFamily="34" charset="0"/>
              </a:rPr>
              <a:t>MMLU ( </a:t>
            </a:r>
            <a:r>
              <a:rPr lang="he-IL" sz="1200" b="0" i="0" u="none" strike="noStrike" kern="1200" baseline="0" dirty="0">
                <a:solidFill>
                  <a:schemeClr val="tx1"/>
                </a:solidFill>
                <a:latin typeface="Tahoma" panose="020B0604030504040204" pitchFamily="34" charset="0"/>
                <a:ea typeface="Tahoma" panose="020B0604030504040204" pitchFamily="34" charset="0"/>
                <a:cs typeface="Tahoma" panose="020B0604030504040204" pitchFamily="34" charset="0"/>
              </a:rPr>
              <a:t>והבנת הנקרא בשביל יכולות ה </a:t>
            </a:r>
            <a:r>
              <a:rPr lang="en-US" sz="1200" b="0" i="0" u="none" strike="noStrike" kern="1200" baseline="0" dirty="0">
                <a:solidFill>
                  <a:schemeClr val="tx1"/>
                </a:solidFill>
                <a:latin typeface="Tahoma" panose="020B0604030504040204" pitchFamily="34" charset="0"/>
                <a:ea typeface="Tahoma" panose="020B0604030504040204" pitchFamily="34" charset="0"/>
                <a:cs typeface="Tahoma" panose="020B0604030504040204" pitchFamily="34" charset="0"/>
              </a:rPr>
              <a:t>RAG ( </a:t>
            </a:r>
            <a:r>
              <a:rPr lang="en-US" sz="1200" b="0" i="0" u="none" strike="noStrike" kern="1200" baseline="0" dirty="0" err="1">
                <a:solidFill>
                  <a:schemeClr val="tx1"/>
                </a:solidFill>
                <a:latin typeface="Tahoma" panose="020B0604030504040204" pitchFamily="34" charset="0"/>
                <a:ea typeface="Tahoma" panose="020B0604030504040204" pitchFamily="34" charset="0"/>
                <a:cs typeface="Tahoma" panose="020B0604030504040204" pitchFamily="34" charset="0"/>
              </a:rPr>
              <a:t>SQuAD</a:t>
            </a:r>
            <a:r>
              <a:rPr lang="en-US" sz="1200" b="0" i="0" u="none" strike="noStrike" kern="1200" baseline="0" dirty="0">
                <a:solidFill>
                  <a:schemeClr val="tx1"/>
                </a:solidFill>
                <a:latin typeface="Tahoma" panose="020B0604030504040204" pitchFamily="34" charset="0"/>
                <a:ea typeface="Tahoma" panose="020B0604030504040204" pitchFamily="34" charset="0"/>
                <a:cs typeface="Tahoma" panose="020B0604030504040204" pitchFamily="34" charset="0"/>
              </a:rPr>
              <a:t> )</a:t>
            </a:r>
          </a:p>
          <a:p>
            <a:r>
              <a:rPr lang="he-IL" sz="1200" b="0" i="0" u="none" strike="noStrike" kern="1200" baseline="0" dirty="0">
                <a:solidFill>
                  <a:schemeClr val="tx1"/>
                </a:solidFill>
                <a:latin typeface="Tahoma" panose="020B0604030504040204" pitchFamily="34" charset="0"/>
                <a:ea typeface="Tahoma" panose="020B0604030504040204" pitchFamily="34" charset="0"/>
                <a:cs typeface="Tahoma" panose="020B0604030504040204" pitchFamily="34" charset="0"/>
              </a:rPr>
              <a:t>לאחר מכן ידע כללי ויכולת ענייה על שאלות חיפוש ובסוף אמינות בשאלות שקיים עבורם מידע</a:t>
            </a:r>
          </a:p>
          <a:p>
            <a:r>
              <a:rPr lang="he-IL" sz="1200" b="0" i="0" u="none" strike="noStrike" kern="1200" baseline="0" dirty="0">
                <a:solidFill>
                  <a:schemeClr val="tx1"/>
                </a:solidFill>
                <a:latin typeface="Tahoma" panose="020B0604030504040204" pitchFamily="34" charset="0"/>
                <a:ea typeface="Tahoma" panose="020B0604030504040204" pitchFamily="34" charset="0"/>
                <a:cs typeface="Tahoma" panose="020B0604030504040204" pitchFamily="34" charset="0"/>
              </a:rPr>
              <a:t>מבלבל, ויכולות ניתוח וחשיבה.</a:t>
            </a:r>
            <a:endParaRPr lang="LID4096" dirty="0"/>
          </a:p>
        </p:txBody>
      </p:sp>
      <p:sp>
        <p:nvSpPr>
          <p:cNvPr id="4" name="Footer Placeholder 3"/>
          <p:cNvSpPr>
            <a:spLocks noGrp="1"/>
          </p:cNvSpPr>
          <p:nvPr>
            <p:ph type="ftr" sz="quarter" idx="4"/>
          </p:nvPr>
        </p:nvSpPr>
        <p:spPr/>
        <p:txBody>
          <a:bodyPr/>
          <a:lstStyle/>
          <a:p>
            <a:endParaRPr lang="he-IL" noProof="0"/>
          </a:p>
        </p:txBody>
      </p:sp>
    </p:spTree>
    <p:extLst>
      <p:ext uri="{BB962C8B-B14F-4D97-AF65-F5344CB8AC3E}">
        <p14:creationId xmlns:p14="http://schemas.microsoft.com/office/powerpoint/2010/main" val="20151674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שקופית כותרת">
    <p:spTree>
      <p:nvGrpSpPr>
        <p:cNvPr id="1" name=""/>
        <p:cNvGrpSpPr/>
        <p:nvPr/>
      </p:nvGrpSpPr>
      <p:grpSpPr>
        <a:xfrm>
          <a:off x="0" y="0"/>
          <a:ext cx="0" cy="0"/>
          <a:chOff x="0" y="0"/>
          <a:chExt cx="0" cy="0"/>
        </a:xfrm>
      </p:grpSpPr>
      <p:sp>
        <p:nvSpPr>
          <p:cNvPr id="10" name="מלבן 9"/>
          <p:cNvSpPr/>
          <p:nvPr/>
        </p:nvSpPr>
        <p:spPr>
          <a:xfrm flipH="1">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lstStyle/>
          <a:p>
            <a:pPr algn="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11" name="אליפסה 5"/>
          <p:cNvSpPr/>
          <p:nvPr/>
        </p:nvSpPr>
        <p:spPr>
          <a:xfrm flipH="1">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lstStyle/>
          <a:p>
            <a:pPr algn="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2" name="כותרת 1"/>
          <p:cNvSpPr>
            <a:spLocks noGrp="1"/>
          </p:cNvSpPr>
          <p:nvPr>
            <p:ph type="ctrTitle"/>
          </p:nvPr>
        </p:nvSpPr>
        <p:spPr>
          <a:xfrm flipH="1">
            <a:off x="3962400" y="4960137"/>
            <a:ext cx="7772400" cy="1463040"/>
          </a:xfrm>
        </p:spPr>
        <p:txBody>
          <a:bodyPr rtlCol="1" anchor="ctr">
            <a:normAutofit/>
          </a:bodyPr>
          <a:lstStyle>
            <a:lvl1pPr algn="l" rtl="1">
              <a:defRPr sz="5000" spc="200" baseline="0">
                <a:latin typeface="Tahoma" panose="020B0604030504040204" pitchFamily="34" charset="0"/>
                <a:ea typeface="Tahoma" panose="020B0604030504040204" pitchFamily="34" charset="0"/>
                <a:cs typeface="Tahoma" panose="020B0604030504040204" pitchFamily="34" charset="0"/>
              </a:defRPr>
            </a:lvl1pPr>
          </a:lstStyle>
          <a:p>
            <a:pPr rtl="1"/>
            <a:r>
              <a:rPr lang="he-IL" noProof="0"/>
              <a:t>לחץ כדי לערוך סגנון כותרת של תבנית בסיס</a:t>
            </a:r>
            <a:endParaRPr lang="he-IL" noProof="0" dirty="0"/>
          </a:p>
        </p:txBody>
      </p:sp>
      <p:sp>
        <p:nvSpPr>
          <p:cNvPr id="3" name="כותרת משנה 2"/>
          <p:cNvSpPr>
            <a:spLocks noGrp="1"/>
          </p:cNvSpPr>
          <p:nvPr>
            <p:ph type="subTitle" idx="1"/>
          </p:nvPr>
        </p:nvSpPr>
        <p:spPr>
          <a:xfrm flipH="1">
            <a:off x="381000" y="4960137"/>
            <a:ext cx="3200400" cy="1463040"/>
          </a:xfrm>
        </p:spPr>
        <p:txBody>
          <a:bodyPr lIns="91440" rIns="91440" rtlCol="1" anchor="ctr">
            <a:normAutofit/>
          </a:bodyPr>
          <a:lstStyle>
            <a:lvl1pPr marL="0" indent="0" algn="r" rtl="1">
              <a:lnSpc>
                <a:spcPct val="100000"/>
              </a:lnSpc>
              <a:spcBef>
                <a:spcPts val="0"/>
              </a:spcBef>
              <a:buNone/>
              <a:defRPr sz="1800">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defRPr>
            </a:lvl1pPr>
            <a:lvl2pPr marL="457200" indent="0" algn="ctr" rtl="1">
              <a:buNone/>
              <a:defRPr sz="1800"/>
            </a:lvl2pPr>
            <a:lvl3pPr marL="914400" indent="0" algn="ctr" rtl="1">
              <a:buNone/>
              <a:defRPr sz="1800"/>
            </a:lvl3pPr>
            <a:lvl4pPr marL="1371600" indent="0" algn="ctr" rtl="1">
              <a:buNone/>
              <a:defRPr sz="1800"/>
            </a:lvl4pPr>
            <a:lvl5pPr marL="1828800" indent="0" algn="ctr" rtl="1">
              <a:buNone/>
              <a:defRPr sz="1800"/>
            </a:lvl5pPr>
            <a:lvl6pPr marL="2286000" indent="0" algn="ctr" rtl="1">
              <a:buNone/>
              <a:defRPr sz="1800"/>
            </a:lvl6pPr>
            <a:lvl7pPr marL="2743200" indent="0" algn="ctr" rtl="1">
              <a:buNone/>
              <a:defRPr sz="1800"/>
            </a:lvl7pPr>
            <a:lvl8pPr marL="3200400" indent="0" algn="ctr" rtl="1">
              <a:buNone/>
              <a:defRPr sz="1800"/>
            </a:lvl8pPr>
            <a:lvl9pPr marL="3657600" indent="0" algn="ctr" rtl="1">
              <a:buNone/>
              <a:defRPr sz="1800"/>
            </a:lvl9pPr>
          </a:lstStyle>
          <a:p>
            <a:pPr rtl="1"/>
            <a:r>
              <a:rPr lang="he-IL" noProof="0"/>
              <a:t>לחץ כדי לערוך סגנון כותרת משנה של תבנית בסיס</a:t>
            </a:r>
          </a:p>
        </p:txBody>
      </p:sp>
      <p:sp>
        <p:nvSpPr>
          <p:cNvPr id="4" name="מציין מיקום של תאריך 3"/>
          <p:cNvSpPr>
            <a:spLocks noGrp="1"/>
          </p:cNvSpPr>
          <p:nvPr>
            <p:ph type="dt" sz="half" idx="10"/>
          </p:nvPr>
        </p:nvSpPr>
        <p:spPr>
          <a:xfrm flipH="1">
            <a:off x="9013728" y="6470704"/>
            <a:ext cx="2154143" cy="274320"/>
          </a:xfrm>
        </p:spPr>
        <p:txBody>
          <a:bodyPr rtlCol="1"/>
          <a:lstStyle>
            <a:lvl1pPr algn="r" rtl="1">
              <a:defRPr>
                <a:latin typeface="Tahoma" panose="020B0604030504040204" pitchFamily="34" charset="0"/>
                <a:ea typeface="Tahoma" panose="020B0604030504040204" pitchFamily="34" charset="0"/>
                <a:cs typeface="Tahoma" panose="020B0604030504040204" pitchFamily="34" charset="0"/>
              </a:defRPr>
            </a:lvl1pPr>
          </a:lstStyle>
          <a:p>
            <a:fld id="{8BA54857-E81C-4B77-8197-15BA2D47EFA6}" type="datetime1">
              <a:rPr lang="he-IL" noProof="0" smtClean="0"/>
              <a:t>ח'/חשון/תשפ"ו</a:t>
            </a:fld>
            <a:endParaRPr lang="he-IL" noProof="0"/>
          </a:p>
        </p:txBody>
      </p:sp>
      <p:sp>
        <p:nvSpPr>
          <p:cNvPr id="5" name="מציין מיקום של כותרת תחתונה 4"/>
          <p:cNvSpPr>
            <a:spLocks noGrp="1"/>
          </p:cNvSpPr>
          <p:nvPr>
            <p:ph type="ftr" sz="quarter" idx="11"/>
          </p:nvPr>
        </p:nvSpPr>
        <p:spPr>
          <a:xfrm flipH="1">
            <a:off x="1447609" y="6470704"/>
            <a:ext cx="5901459" cy="274320"/>
          </a:xfrm>
        </p:spPr>
        <p:txBody>
          <a:bodyPr rtlCol="1"/>
          <a:lstStyle>
            <a:lvl1pPr algn="l" rtl="1">
              <a:defRPr>
                <a:latin typeface="Tahoma" panose="020B0604030504040204" pitchFamily="34" charset="0"/>
                <a:ea typeface="Tahoma" panose="020B0604030504040204" pitchFamily="34" charset="0"/>
                <a:cs typeface="Tahoma" panose="020B0604030504040204" pitchFamily="34" charset="0"/>
              </a:defRPr>
            </a:lvl1pPr>
          </a:lstStyle>
          <a:p>
            <a:r>
              <a:rPr lang="he-IL"/>
              <a:t>פרויקט מס' 217</a:t>
            </a:r>
            <a:endParaRPr lang="he-IL" dirty="0"/>
          </a:p>
        </p:txBody>
      </p:sp>
      <p:sp>
        <p:nvSpPr>
          <p:cNvPr id="6" name="מציין מיקום של מספר שקופית 5"/>
          <p:cNvSpPr>
            <a:spLocks noGrp="1"/>
          </p:cNvSpPr>
          <p:nvPr>
            <p:ph type="sldNum" sz="quarter" idx="12"/>
          </p:nvPr>
        </p:nvSpPr>
        <p:spPr>
          <a:xfrm flipH="1">
            <a:off x="381000" y="6470704"/>
            <a:ext cx="973667" cy="274320"/>
          </a:xfrm>
        </p:spPr>
        <p:txBody>
          <a:bodyPr rtlCol="1"/>
          <a:lstStyle>
            <a:lvl1pPr algn="r" rtl="1">
              <a:defRPr>
                <a:latin typeface="Tahoma" panose="020B0604030504040204" pitchFamily="34" charset="0"/>
                <a:ea typeface="Tahoma" panose="020B0604030504040204" pitchFamily="34" charset="0"/>
                <a:cs typeface="Tahoma" panose="020B0604030504040204" pitchFamily="34" charset="0"/>
              </a:defRPr>
            </a:lvl1pPr>
          </a:lstStyle>
          <a:p>
            <a:fld id="{4FAB73BC-B049-4115-A692-8D63A059BFB8}" type="slidenum">
              <a:rPr lang="he-IL" noProof="0" smtClean="0"/>
              <a:pPr/>
              <a:t>‹#›</a:t>
            </a:fld>
            <a:endParaRPr lang="he-IL" noProof="0"/>
          </a:p>
        </p:txBody>
      </p:sp>
      <p:cxnSp>
        <p:nvCxnSpPr>
          <p:cNvPr id="8" name="מחבר ישר 7"/>
          <p:cNvCxnSpPr>
            <a:cxnSpLocks/>
          </p:cNvCxnSpPr>
          <p:nvPr/>
        </p:nvCxnSpPr>
        <p:spPr>
          <a:xfrm flipH="1" flipV="1">
            <a:off x="3805157"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a:xfrm flipH="1">
            <a:off x="1447800" y="585216"/>
            <a:ext cx="9720072" cy="1499616"/>
          </a:xfrm>
        </p:spPr>
        <p:txBody>
          <a:bodyPr rtlCol="1"/>
          <a:lstStyle>
            <a:lvl1pPr algn="r" rtl="1">
              <a:defRPr/>
            </a:lvl1pPr>
          </a:lstStyle>
          <a:p>
            <a:pPr rtl="1"/>
            <a:r>
              <a:rPr lang="he-IL" noProof="0"/>
              <a:t>לחץ כדי לערוך סגנון כותרת של תבנית בסיס</a:t>
            </a:r>
          </a:p>
        </p:txBody>
      </p:sp>
      <p:sp>
        <p:nvSpPr>
          <p:cNvPr id="3" name="מציין מיקום תוכן 2"/>
          <p:cNvSpPr>
            <a:spLocks noGrp="1"/>
          </p:cNvSpPr>
          <p:nvPr>
            <p:ph idx="1"/>
          </p:nvPr>
        </p:nvSpPr>
        <p:spPr>
          <a:xfrm flipH="1">
            <a:off x="1447799" y="2286000"/>
            <a:ext cx="9720073" cy="4023360"/>
          </a:xfrm>
        </p:spPr>
        <p:txBody>
          <a:bodyPr rtlCol="1"/>
          <a:lstStyle>
            <a:lvl1pPr algn="r" rtl="1">
              <a:defRPr/>
            </a:lvl1pPr>
            <a:lvl2pPr algn="r" rtl="1">
              <a:defRPr/>
            </a:lvl2pPr>
            <a:lvl3pPr algn="r" rtl="1">
              <a:defRPr/>
            </a:lvl3pPr>
            <a:lvl4pPr algn="r" rtl="1">
              <a:defRPr/>
            </a:lvl4pPr>
            <a:lvl5pPr algn="r" rtl="1">
              <a:defRPr/>
            </a:lvl5pPr>
          </a:lstStyle>
          <a:p>
            <a:pPr lvl="0" rtl="1"/>
            <a:r>
              <a:rPr lang="he-IL" noProof="0"/>
              <a:t>לחץ כדי לערוך סגנונות טקסט של תבנית בסיס</a:t>
            </a:r>
          </a:p>
          <a:p>
            <a:pPr lvl="1" rtl="1"/>
            <a:r>
              <a:rPr lang="he-IL" noProof="0"/>
              <a:t>רמה שנייה</a:t>
            </a:r>
          </a:p>
          <a:p>
            <a:pPr lvl="2" rtl="1"/>
            <a:r>
              <a:rPr lang="he-IL" noProof="0"/>
              <a:t>רמה שלישית</a:t>
            </a:r>
          </a:p>
          <a:p>
            <a:pPr lvl="3" rtl="1"/>
            <a:r>
              <a:rPr lang="he-IL" noProof="0"/>
              <a:t>רמה רביעית</a:t>
            </a:r>
          </a:p>
          <a:p>
            <a:pPr lvl="4" rtl="1"/>
            <a:r>
              <a:rPr lang="he-IL" noProof="0"/>
              <a:t>רמה חמישית</a:t>
            </a:r>
          </a:p>
        </p:txBody>
      </p:sp>
      <p:sp>
        <p:nvSpPr>
          <p:cNvPr id="4" name="מציין מיקום של תאריך 3"/>
          <p:cNvSpPr>
            <a:spLocks noGrp="1"/>
          </p:cNvSpPr>
          <p:nvPr>
            <p:ph type="dt" sz="half" idx="10"/>
          </p:nvPr>
        </p:nvSpPr>
        <p:spPr>
          <a:xfrm flipH="1">
            <a:off x="9013728" y="6470704"/>
            <a:ext cx="2154143" cy="274320"/>
          </a:xfrm>
        </p:spPr>
        <p:txBody>
          <a:bodyPr rtlCol="1"/>
          <a:lstStyle>
            <a:lvl1pPr algn="r" rtl="1">
              <a:defRPr/>
            </a:lvl1pPr>
          </a:lstStyle>
          <a:p>
            <a:pPr rtl="1"/>
            <a:fld id="{AF1380DA-CCBE-4AB8-BAF2-800D0CBD6E34}" type="datetime1">
              <a:rPr lang="he-IL" noProof="0" smtClean="0"/>
              <a:t>ח'/חשון/תשפ"ו</a:t>
            </a:fld>
            <a:endParaRPr lang="he-IL" noProof="0"/>
          </a:p>
        </p:txBody>
      </p:sp>
      <p:sp>
        <p:nvSpPr>
          <p:cNvPr id="5" name="מציין מיקום של כותרת תחתונה 4"/>
          <p:cNvSpPr>
            <a:spLocks noGrp="1"/>
          </p:cNvSpPr>
          <p:nvPr>
            <p:ph type="ftr" sz="quarter" idx="11"/>
          </p:nvPr>
        </p:nvSpPr>
        <p:spPr>
          <a:xfrm flipH="1">
            <a:off x="1447609" y="6470704"/>
            <a:ext cx="5901459" cy="274320"/>
          </a:xfrm>
        </p:spPr>
        <p:txBody>
          <a:bodyPr rtlCol="1"/>
          <a:lstStyle>
            <a:lvl1pPr algn="l" rtl="1">
              <a:defRPr/>
            </a:lvl1pPr>
          </a:lstStyle>
          <a:p>
            <a:r>
              <a:rPr lang="he-IL"/>
              <a:t>פרויקט מס' 217</a:t>
            </a:r>
            <a:endParaRPr lang="he-IL" dirty="0"/>
          </a:p>
        </p:txBody>
      </p:sp>
      <p:sp>
        <p:nvSpPr>
          <p:cNvPr id="6" name="מציין מיקום של מספר שקופית 5"/>
          <p:cNvSpPr>
            <a:spLocks noGrp="1"/>
          </p:cNvSpPr>
          <p:nvPr>
            <p:ph type="sldNum" sz="quarter" idx="12"/>
          </p:nvPr>
        </p:nvSpPr>
        <p:spPr>
          <a:xfrm flipH="1">
            <a:off x="381000" y="6470704"/>
            <a:ext cx="973667" cy="274320"/>
          </a:xfrm>
        </p:spPr>
        <p:txBody>
          <a:bodyPr rtlCol="1"/>
          <a:lstStyle>
            <a:lvl1pPr algn="r" rtl="1">
              <a:defRPr/>
            </a:lvl1pPr>
          </a:lstStyle>
          <a:p>
            <a:pPr rtl="1"/>
            <a:fld id="{4FAB73BC-B049-4115-A692-8D63A059BFB8}" type="slidenum">
              <a:rPr lang="he-IL" noProof="0" smtClean="0"/>
              <a:pPr/>
              <a:t>‹#›</a:t>
            </a:fld>
            <a:endParaRPr lang="he-IL" noProof="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כותרת מקטע עליונה">
    <p:spTree>
      <p:nvGrpSpPr>
        <p:cNvPr id="1" name=""/>
        <p:cNvGrpSpPr/>
        <p:nvPr/>
      </p:nvGrpSpPr>
      <p:grpSpPr>
        <a:xfrm>
          <a:off x="0" y="0"/>
          <a:ext cx="0" cy="0"/>
          <a:chOff x="0" y="0"/>
          <a:chExt cx="0" cy="0"/>
        </a:xfrm>
      </p:grpSpPr>
      <p:sp>
        <p:nvSpPr>
          <p:cNvPr id="9" name="מלבן 8"/>
          <p:cNvSpPr/>
          <p:nvPr/>
        </p:nvSpPr>
        <p:spPr>
          <a:xfrm flipH="1">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lstStyle/>
          <a:p>
            <a:pPr algn="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11" name="אליפסה 5"/>
          <p:cNvSpPr/>
          <p:nvPr/>
        </p:nvSpPr>
        <p:spPr>
          <a:xfrm flipH="1">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lstStyle/>
          <a:p>
            <a:pPr algn="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2" name="כותרת 1"/>
          <p:cNvSpPr>
            <a:spLocks noGrp="1"/>
          </p:cNvSpPr>
          <p:nvPr>
            <p:ph type="title"/>
          </p:nvPr>
        </p:nvSpPr>
        <p:spPr>
          <a:xfrm flipH="1">
            <a:off x="3962400" y="4960137"/>
            <a:ext cx="7772400" cy="1463040"/>
          </a:xfrm>
        </p:spPr>
        <p:txBody>
          <a:bodyPr rtlCol="1" anchor="ctr">
            <a:normAutofit/>
          </a:bodyPr>
          <a:lstStyle>
            <a:lvl1pPr algn="l" rtl="1">
              <a:defRPr sz="5000" b="0" spc="200" baseline="0">
                <a:latin typeface="Tahoma" panose="020B0604030504040204" pitchFamily="34" charset="0"/>
                <a:ea typeface="Tahoma" panose="020B0604030504040204" pitchFamily="34" charset="0"/>
                <a:cs typeface="Tahoma" panose="020B0604030504040204" pitchFamily="34" charset="0"/>
              </a:defRPr>
            </a:lvl1pPr>
          </a:lstStyle>
          <a:p>
            <a:pPr rtl="1"/>
            <a:r>
              <a:rPr lang="he-IL" noProof="0"/>
              <a:t>לחץ כדי לערוך סגנון כותרת של תבנית בסיס</a:t>
            </a:r>
            <a:endParaRPr lang="he-IL" noProof="0" dirty="0"/>
          </a:p>
        </p:txBody>
      </p:sp>
      <p:sp>
        <p:nvSpPr>
          <p:cNvPr id="3" name="מציין מיקום טקסט 2"/>
          <p:cNvSpPr>
            <a:spLocks noGrp="1"/>
          </p:cNvSpPr>
          <p:nvPr>
            <p:ph type="body" idx="1"/>
          </p:nvPr>
        </p:nvSpPr>
        <p:spPr>
          <a:xfrm flipH="1">
            <a:off x="381000" y="4960137"/>
            <a:ext cx="3200400" cy="1463040"/>
          </a:xfrm>
        </p:spPr>
        <p:txBody>
          <a:bodyPr lIns="91440" rIns="91440" rtlCol="1" anchor="ctr">
            <a:normAutofit/>
          </a:bodyPr>
          <a:lstStyle>
            <a:lvl1pPr marL="0" indent="0" algn="r" rtl="1">
              <a:lnSpc>
                <a:spcPct val="100000"/>
              </a:lnSpc>
              <a:spcBef>
                <a:spcPts val="0"/>
              </a:spcBef>
              <a:buNone/>
              <a:defRPr sz="1800">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defRPr>
            </a:lvl1pPr>
            <a:lvl2pPr marL="457200" indent="0" algn="r" rtl="1">
              <a:buNone/>
              <a:defRPr sz="1800">
                <a:solidFill>
                  <a:schemeClr val="tx1">
                    <a:tint val="75000"/>
                  </a:schemeClr>
                </a:solidFill>
              </a:defRPr>
            </a:lvl2pPr>
            <a:lvl3pPr marL="914400" indent="0" algn="r" rtl="1">
              <a:buNone/>
              <a:defRPr sz="1600">
                <a:solidFill>
                  <a:schemeClr val="tx1">
                    <a:tint val="75000"/>
                  </a:schemeClr>
                </a:solidFill>
              </a:defRPr>
            </a:lvl3pPr>
            <a:lvl4pPr marL="1371600" indent="0" algn="r" rtl="1">
              <a:buNone/>
              <a:defRPr sz="1400">
                <a:solidFill>
                  <a:schemeClr val="tx1">
                    <a:tint val="75000"/>
                  </a:schemeClr>
                </a:solidFill>
              </a:defRPr>
            </a:lvl4pPr>
            <a:lvl5pPr marL="1828800" indent="0" algn="r" rtl="1">
              <a:buNone/>
              <a:defRPr sz="1400">
                <a:solidFill>
                  <a:schemeClr val="tx1">
                    <a:tint val="75000"/>
                  </a:schemeClr>
                </a:solidFill>
              </a:defRPr>
            </a:lvl5pPr>
            <a:lvl6pPr marL="2286000" indent="0" algn="r" rtl="1">
              <a:buNone/>
              <a:defRPr sz="1400">
                <a:solidFill>
                  <a:schemeClr val="tx1">
                    <a:tint val="75000"/>
                  </a:schemeClr>
                </a:solidFill>
              </a:defRPr>
            </a:lvl6pPr>
            <a:lvl7pPr marL="2743200" indent="0" algn="r" rtl="1">
              <a:buNone/>
              <a:defRPr sz="1400">
                <a:solidFill>
                  <a:schemeClr val="tx1">
                    <a:tint val="75000"/>
                  </a:schemeClr>
                </a:solidFill>
              </a:defRPr>
            </a:lvl7pPr>
            <a:lvl8pPr marL="3200400" indent="0" algn="r" rtl="1">
              <a:buNone/>
              <a:defRPr sz="1400">
                <a:solidFill>
                  <a:schemeClr val="tx1">
                    <a:tint val="75000"/>
                  </a:schemeClr>
                </a:solidFill>
              </a:defRPr>
            </a:lvl8pPr>
            <a:lvl9pPr marL="3657600" indent="0" algn="r" rtl="1">
              <a:buNone/>
              <a:defRPr sz="1400">
                <a:solidFill>
                  <a:schemeClr val="tx1">
                    <a:tint val="75000"/>
                  </a:schemeClr>
                </a:solidFill>
              </a:defRPr>
            </a:lvl9pPr>
          </a:lstStyle>
          <a:p>
            <a:pPr lvl="0" rtl="1"/>
            <a:r>
              <a:rPr lang="he-IL" noProof="0"/>
              <a:t>לחץ כדי לערוך סגנונות טקסט של תבנית בסיס</a:t>
            </a:r>
          </a:p>
        </p:txBody>
      </p:sp>
      <p:sp>
        <p:nvSpPr>
          <p:cNvPr id="4" name="מציין מיקום של תאריך 3"/>
          <p:cNvSpPr>
            <a:spLocks noGrp="1"/>
          </p:cNvSpPr>
          <p:nvPr>
            <p:ph type="dt" sz="half" idx="10"/>
          </p:nvPr>
        </p:nvSpPr>
        <p:spPr>
          <a:xfrm flipH="1">
            <a:off x="9013728" y="6470704"/>
            <a:ext cx="2154143" cy="274320"/>
          </a:xfrm>
        </p:spPr>
        <p:txBody>
          <a:bodyPr rtlCol="1"/>
          <a:lstStyle>
            <a:lvl1pPr algn="r" rtl="1">
              <a:defRPr>
                <a:latin typeface="Tahoma" panose="020B0604030504040204" pitchFamily="34" charset="0"/>
                <a:ea typeface="Tahoma" panose="020B0604030504040204" pitchFamily="34" charset="0"/>
                <a:cs typeface="Tahoma" panose="020B0604030504040204" pitchFamily="34" charset="0"/>
              </a:defRPr>
            </a:lvl1pPr>
          </a:lstStyle>
          <a:p>
            <a:fld id="{6DB87AB8-42ED-4ABA-B136-CA8CB60D86FD}" type="datetime1">
              <a:rPr lang="he-IL" noProof="0" smtClean="0"/>
              <a:t>ח'/חשון/תשפ"ו</a:t>
            </a:fld>
            <a:endParaRPr lang="he-IL" noProof="0"/>
          </a:p>
        </p:txBody>
      </p:sp>
      <p:sp>
        <p:nvSpPr>
          <p:cNvPr id="5" name="מציין מיקום של כותרת תחתונה 4"/>
          <p:cNvSpPr>
            <a:spLocks noGrp="1"/>
          </p:cNvSpPr>
          <p:nvPr>
            <p:ph type="ftr" sz="quarter" idx="11"/>
          </p:nvPr>
        </p:nvSpPr>
        <p:spPr>
          <a:xfrm flipH="1">
            <a:off x="1447609" y="6470704"/>
            <a:ext cx="5901459" cy="274320"/>
          </a:xfrm>
        </p:spPr>
        <p:txBody>
          <a:bodyPr rtlCol="1"/>
          <a:lstStyle>
            <a:lvl1pPr algn="l" rtl="1">
              <a:defRPr>
                <a:latin typeface="Tahoma" panose="020B0604030504040204" pitchFamily="34" charset="0"/>
                <a:ea typeface="Tahoma" panose="020B0604030504040204" pitchFamily="34" charset="0"/>
                <a:cs typeface="Tahoma" panose="020B0604030504040204" pitchFamily="34" charset="0"/>
              </a:defRPr>
            </a:lvl1pPr>
          </a:lstStyle>
          <a:p>
            <a:r>
              <a:rPr lang="he-IL"/>
              <a:t>פרויקט מס' 217</a:t>
            </a:r>
            <a:endParaRPr lang="he-IL" dirty="0"/>
          </a:p>
        </p:txBody>
      </p:sp>
      <p:sp>
        <p:nvSpPr>
          <p:cNvPr id="6" name="מציין מיקום של מספר שקופית 5"/>
          <p:cNvSpPr>
            <a:spLocks noGrp="1"/>
          </p:cNvSpPr>
          <p:nvPr>
            <p:ph type="sldNum" sz="quarter" idx="12"/>
          </p:nvPr>
        </p:nvSpPr>
        <p:spPr>
          <a:xfrm flipH="1">
            <a:off x="381000" y="6470704"/>
            <a:ext cx="973667" cy="274320"/>
          </a:xfrm>
        </p:spPr>
        <p:txBody>
          <a:bodyPr rtlCol="1"/>
          <a:lstStyle>
            <a:lvl1pPr algn="r" rtl="1">
              <a:defRPr>
                <a:latin typeface="Tahoma" panose="020B0604030504040204" pitchFamily="34" charset="0"/>
                <a:ea typeface="Tahoma" panose="020B0604030504040204" pitchFamily="34" charset="0"/>
                <a:cs typeface="Tahoma" panose="020B0604030504040204" pitchFamily="34" charset="0"/>
              </a:defRPr>
            </a:lvl1pPr>
          </a:lstStyle>
          <a:p>
            <a:fld id="{4FAB73BC-B049-4115-A692-8D63A059BFB8}" type="slidenum">
              <a:rPr lang="he-IL" noProof="0" smtClean="0"/>
              <a:pPr/>
              <a:t>‹#›</a:t>
            </a:fld>
            <a:endParaRPr lang="he-IL" noProof="0"/>
          </a:p>
        </p:txBody>
      </p:sp>
      <p:cxnSp>
        <p:nvCxnSpPr>
          <p:cNvPr id="8" name="מחבר ישר 7"/>
          <p:cNvCxnSpPr>
            <a:cxnSpLocks/>
          </p:cNvCxnSpPr>
          <p:nvPr/>
        </p:nvCxnSpPr>
        <p:spPr>
          <a:xfrm flipH="1" flipV="1">
            <a:off x="3805157"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a:xfrm flipH="1">
            <a:off x="1447800" y="585216"/>
            <a:ext cx="9720072" cy="1499616"/>
          </a:xfrm>
        </p:spPr>
        <p:txBody>
          <a:bodyPr rtlCol="1"/>
          <a:lstStyle>
            <a:lvl1pPr algn="r" rtl="1">
              <a:defRPr/>
            </a:lvl1pPr>
          </a:lstStyle>
          <a:p>
            <a:pPr rtl="1"/>
            <a:r>
              <a:rPr lang="he-IL" noProof="0"/>
              <a:t>לחץ כדי לערוך סגנון כותרת של תבנית בסיס</a:t>
            </a:r>
          </a:p>
        </p:txBody>
      </p:sp>
      <p:sp>
        <p:nvSpPr>
          <p:cNvPr id="3" name="מציין מיקום תוכן 2"/>
          <p:cNvSpPr>
            <a:spLocks noGrp="1"/>
          </p:cNvSpPr>
          <p:nvPr>
            <p:ph sz="half" idx="1"/>
          </p:nvPr>
        </p:nvSpPr>
        <p:spPr>
          <a:xfrm flipH="1">
            <a:off x="6412993" y="2286000"/>
            <a:ext cx="4754880" cy="4023360"/>
          </a:xfrm>
        </p:spPr>
        <p:txBody>
          <a:bodyPr rtlCol="1"/>
          <a:lstStyle>
            <a:lvl1pPr algn="r" rtl="1">
              <a:defRPr/>
            </a:lvl1pPr>
            <a:lvl2pPr algn="r" rtl="1">
              <a:defRPr/>
            </a:lvl2pPr>
            <a:lvl3pPr algn="r" rtl="1">
              <a:defRPr/>
            </a:lvl3pPr>
            <a:lvl4pPr algn="r" rtl="1">
              <a:defRPr/>
            </a:lvl4pPr>
            <a:lvl5pPr algn="r" rtl="1">
              <a:defRPr/>
            </a:lvl5pPr>
          </a:lstStyle>
          <a:p>
            <a:pPr lvl="0" rtl="1"/>
            <a:r>
              <a:rPr lang="he-IL" noProof="0"/>
              <a:t>לחץ כדי לערוך סגנונות טקסט של תבנית בסיס</a:t>
            </a:r>
          </a:p>
          <a:p>
            <a:pPr lvl="1" rtl="1"/>
            <a:r>
              <a:rPr lang="he-IL" noProof="0"/>
              <a:t>רמה שנייה</a:t>
            </a:r>
          </a:p>
          <a:p>
            <a:pPr lvl="2" rtl="1"/>
            <a:r>
              <a:rPr lang="he-IL" noProof="0"/>
              <a:t>רמה שלישית</a:t>
            </a:r>
          </a:p>
          <a:p>
            <a:pPr lvl="3" rtl="1"/>
            <a:r>
              <a:rPr lang="he-IL" noProof="0"/>
              <a:t>רמה רביעית</a:t>
            </a:r>
          </a:p>
          <a:p>
            <a:pPr lvl="4" rtl="1"/>
            <a:r>
              <a:rPr lang="he-IL" noProof="0"/>
              <a:t>רמה חמישית</a:t>
            </a:r>
          </a:p>
        </p:txBody>
      </p:sp>
      <p:sp>
        <p:nvSpPr>
          <p:cNvPr id="4" name="מציין מיקום תוכן 3"/>
          <p:cNvSpPr>
            <a:spLocks noGrp="1"/>
          </p:cNvSpPr>
          <p:nvPr>
            <p:ph sz="half" idx="2"/>
          </p:nvPr>
        </p:nvSpPr>
        <p:spPr>
          <a:xfrm flipH="1">
            <a:off x="1447800" y="2286000"/>
            <a:ext cx="4754880" cy="4023360"/>
          </a:xfrm>
        </p:spPr>
        <p:txBody>
          <a:bodyPr rtlCol="1"/>
          <a:lstStyle>
            <a:lvl1pPr algn="r" rtl="1">
              <a:defRPr/>
            </a:lvl1pPr>
            <a:lvl2pPr algn="r" rtl="1">
              <a:defRPr/>
            </a:lvl2pPr>
            <a:lvl3pPr algn="r" rtl="1">
              <a:defRPr/>
            </a:lvl3pPr>
            <a:lvl4pPr algn="r" rtl="1">
              <a:defRPr/>
            </a:lvl4pPr>
            <a:lvl5pPr algn="r" rtl="1">
              <a:defRPr/>
            </a:lvl5pPr>
          </a:lstStyle>
          <a:p>
            <a:pPr lvl="0" rtl="1"/>
            <a:r>
              <a:rPr lang="he-IL" noProof="0"/>
              <a:t>לחץ כדי לערוך סגנונות טקסט של תבנית בסיס</a:t>
            </a:r>
          </a:p>
          <a:p>
            <a:pPr lvl="1" rtl="1"/>
            <a:r>
              <a:rPr lang="he-IL" noProof="0"/>
              <a:t>רמה שנייה</a:t>
            </a:r>
          </a:p>
          <a:p>
            <a:pPr lvl="2" rtl="1"/>
            <a:r>
              <a:rPr lang="he-IL" noProof="0"/>
              <a:t>רמה שלישית</a:t>
            </a:r>
          </a:p>
          <a:p>
            <a:pPr lvl="3" rtl="1"/>
            <a:r>
              <a:rPr lang="he-IL" noProof="0"/>
              <a:t>רמה רביעית</a:t>
            </a:r>
          </a:p>
          <a:p>
            <a:pPr lvl="4" rtl="1"/>
            <a:r>
              <a:rPr lang="he-IL" noProof="0"/>
              <a:t>רמה חמישית</a:t>
            </a:r>
          </a:p>
        </p:txBody>
      </p:sp>
      <p:sp>
        <p:nvSpPr>
          <p:cNvPr id="5" name="מציין מיקום של תאריך 4"/>
          <p:cNvSpPr>
            <a:spLocks noGrp="1"/>
          </p:cNvSpPr>
          <p:nvPr>
            <p:ph type="dt" sz="half" idx="10"/>
          </p:nvPr>
        </p:nvSpPr>
        <p:spPr>
          <a:xfrm flipH="1">
            <a:off x="9013728" y="6470704"/>
            <a:ext cx="2154143" cy="274320"/>
          </a:xfrm>
        </p:spPr>
        <p:txBody>
          <a:bodyPr rtlCol="1"/>
          <a:lstStyle>
            <a:lvl1pPr algn="r" rtl="1">
              <a:defRPr/>
            </a:lvl1pPr>
          </a:lstStyle>
          <a:p>
            <a:pPr rtl="1"/>
            <a:fld id="{4F8C4E3D-1599-41D6-8915-9CF54366A494}" type="datetime1">
              <a:rPr lang="he-IL" noProof="0" smtClean="0"/>
              <a:t>ח'/חשון/תשפ"ו</a:t>
            </a:fld>
            <a:endParaRPr lang="he-IL" noProof="0"/>
          </a:p>
        </p:txBody>
      </p:sp>
      <p:sp>
        <p:nvSpPr>
          <p:cNvPr id="6" name="מציין מיקום של כותרת תחתונה 5"/>
          <p:cNvSpPr>
            <a:spLocks noGrp="1"/>
          </p:cNvSpPr>
          <p:nvPr>
            <p:ph type="ftr" sz="quarter" idx="11"/>
          </p:nvPr>
        </p:nvSpPr>
        <p:spPr>
          <a:xfrm flipH="1">
            <a:off x="1447609" y="6470704"/>
            <a:ext cx="5901459" cy="274320"/>
          </a:xfrm>
        </p:spPr>
        <p:txBody>
          <a:bodyPr rtlCol="1"/>
          <a:lstStyle>
            <a:lvl1pPr algn="l" rtl="1">
              <a:defRPr/>
            </a:lvl1pPr>
          </a:lstStyle>
          <a:p>
            <a:r>
              <a:rPr lang="he-IL"/>
              <a:t>פרויקט מס' 217</a:t>
            </a:r>
            <a:endParaRPr lang="he-IL" dirty="0"/>
          </a:p>
        </p:txBody>
      </p:sp>
      <p:sp>
        <p:nvSpPr>
          <p:cNvPr id="7" name="מציין מיקום של מספר שקופית 6"/>
          <p:cNvSpPr>
            <a:spLocks noGrp="1"/>
          </p:cNvSpPr>
          <p:nvPr>
            <p:ph type="sldNum" sz="quarter" idx="12"/>
          </p:nvPr>
        </p:nvSpPr>
        <p:spPr>
          <a:xfrm flipH="1">
            <a:off x="381000" y="6470704"/>
            <a:ext cx="973667" cy="274320"/>
          </a:xfrm>
        </p:spPr>
        <p:txBody>
          <a:bodyPr rtlCol="1"/>
          <a:lstStyle>
            <a:lvl1pPr algn="r" rtl="1">
              <a:defRPr/>
            </a:lvl1pPr>
          </a:lstStyle>
          <a:p>
            <a:pPr rtl="1"/>
            <a:fld id="{4FAB73BC-B049-4115-A692-8D63A059BFB8}" type="slidenum">
              <a:rPr lang="he-IL" noProof="0" smtClean="0"/>
              <a:pPr/>
              <a:t>‹#›</a:t>
            </a:fld>
            <a:endParaRPr lang="he-IL" noProof="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השוואה">
    <p:spTree>
      <p:nvGrpSpPr>
        <p:cNvPr id="1" name=""/>
        <p:cNvGrpSpPr/>
        <p:nvPr/>
      </p:nvGrpSpPr>
      <p:grpSpPr>
        <a:xfrm>
          <a:off x="0" y="0"/>
          <a:ext cx="0" cy="0"/>
          <a:chOff x="0" y="0"/>
          <a:chExt cx="0" cy="0"/>
        </a:xfrm>
      </p:grpSpPr>
      <p:sp>
        <p:nvSpPr>
          <p:cNvPr id="10" name="כותרת 9"/>
          <p:cNvSpPr>
            <a:spLocks noGrp="1"/>
          </p:cNvSpPr>
          <p:nvPr>
            <p:ph type="title"/>
          </p:nvPr>
        </p:nvSpPr>
        <p:spPr>
          <a:xfrm flipH="1">
            <a:off x="1447800" y="585216"/>
            <a:ext cx="9720072" cy="1499616"/>
          </a:xfrm>
        </p:spPr>
        <p:txBody>
          <a:bodyPr rtlCol="1"/>
          <a:lstStyle>
            <a:lvl1pPr algn="r" rtl="1">
              <a:defRPr>
                <a:latin typeface="Tahoma" panose="020B0604030504040204" pitchFamily="34" charset="0"/>
                <a:ea typeface="Tahoma" panose="020B0604030504040204" pitchFamily="34" charset="0"/>
                <a:cs typeface="Tahoma" panose="020B0604030504040204" pitchFamily="34" charset="0"/>
              </a:defRPr>
            </a:lvl1pPr>
          </a:lstStyle>
          <a:p>
            <a:pPr rtl="1"/>
            <a:r>
              <a:rPr lang="he-IL" noProof="0"/>
              <a:t>לחץ כדי לערוך סגנון כותרת של תבנית בסיס</a:t>
            </a:r>
          </a:p>
        </p:txBody>
      </p:sp>
      <p:sp>
        <p:nvSpPr>
          <p:cNvPr id="3" name="מציין מיקום טקסט 2"/>
          <p:cNvSpPr>
            <a:spLocks noGrp="1"/>
          </p:cNvSpPr>
          <p:nvPr>
            <p:ph type="body" idx="1"/>
          </p:nvPr>
        </p:nvSpPr>
        <p:spPr>
          <a:xfrm flipH="1">
            <a:off x="6412992" y="2179636"/>
            <a:ext cx="4754880" cy="822960"/>
          </a:xfrm>
        </p:spPr>
        <p:txBody>
          <a:bodyPr lIns="137160" rIns="137160" rtlCol="1" anchor="ctr">
            <a:normAutofit/>
          </a:bodyPr>
          <a:lstStyle>
            <a:lvl1pPr marL="0" indent="0" algn="r" rtl="1">
              <a:spcBef>
                <a:spcPts val="0"/>
              </a:spcBef>
              <a:spcAft>
                <a:spcPts val="0"/>
              </a:spcAft>
              <a:buNone/>
              <a:defRPr sz="2300" b="0" cap="none" baseline="0">
                <a:solidFill>
                  <a:schemeClr val="accent1"/>
                </a:solidFill>
                <a:latin typeface="Tahoma" panose="020B0604030504040204" pitchFamily="34" charset="0"/>
                <a:ea typeface="Tahoma" panose="020B0604030504040204" pitchFamily="34" charset="0"/>
                <a:cs typeface="Tahoma" panose="020B0604030504040204" pitchFamily="34" charset="0"/>
              </a:defRPr>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he-IL" noProof="0"/>
              <a:t>לחץ כדי לערוך סגנונות טקסט של תבנית בסיס</a:t>
            </a:r>
          </a:p>
        </p:txBody>
      </p:sp>
      <p:sp>
        <p:nvSpPr>
          <p:cNvPr id="4" name="מציין מיקום תוכן 3"/>
          <p:cNvSpPr>
            <a:spLocks noGrp="1"/>
          </p:cNvSpPr>
          <p:nvPr>
            <p:ph sz="half" idx="2"/>
          </p:nvPr>
        </p:nvSpPr>
        <p:spPr>
          <a:xfrm flipH="1">
            <a:off x="6412992" y="2967788"/>
            <a:ext cx="4754880" cy="3341572"/>
          </a:xfrm>
        </p:spPr>
        <p:txBody>
          <a:bodyPr rtlCol="1"/>
          <a:lstStyle>
            <a:lvl1pPr algn="r" rtl="1">
              <a:defRPr>
                <a:latin typeface="Tahoma" panose="020B0604030504040204" pitchFamily="34" charset="0"/>
                <a:ea typeface="Tahoma" panose="020B0604030504040204" pitchFamily="34" charset="0"/>
                <a:cs typeface="Tahoma" panose="020B0604030504040204" pitchFamily="34" charset="0"/>
              </a:defRPr>
            </a:lvl1pPr>
            <a:lvl2pPr algn="r" rtl="1">
              <a:defRPr>
                <a:latin typeface="Tahoma" panose="020B0604030504040204" pitchFamily="34" charset="0"/>
                <a:ea typeface="Tahoma" panose="020B0604030504040204" pitchFamily="34" charset="0"/>
                <a:cs typeface="Tahoma" panose="020B0604030504040204" pitchFamily="34" charset="0"/>
              </a:defRPr>
            </a:lvl2pPr>
            <a:lvl3pPr algn="r" rtl="1">
              <a:defRPr>
                <a:latin typeface="Tahoma" panose="020B0604030504040204" pitchFamily="34" charset="0"/>
                <a:ea typeface="Tahoma" panose="020B0604030504040204" pitchFamily="34" charset="0"/>
                <a:cs typeface="Tahoma" panose="020B0604030504040204" pitchFamily="34" charset="0"/>
              </a:defRPr>
            </a:lvl3pPr>
            <a:lvl4pPr algn="r" rtl="1">
              <a:defRPr>
                <a:latin typeface="Tahoma" panose="020B0604030504040204" pitchFamily="34" charset="0"/>
                <a:ea typeface="Tahoma" panose="020B0604030504040204" pitchFamily="34" charset="0"/>
                <a:cs typeface="Tahoma" panose="020B0604030504040204" pitchFamily="34" charset="0"/>
              </a:defRPr>
            </a:lvl4pPr>
            <a:lvl5pPr algn="r" rtl="1">
              <a:defRPr>
                <a:latin typeface="Tahoma" panose="020B0604030504040204" pitchFamily="34" charset="0"/>
                <a:ea typeface="Tahoma" panose="020B0604030504040204" pitchFamily="34" charset="0"/>
                <a:cs typeface="Tahoma" panose="020B0604030504040204" pitchFamily="34" charset="0"/>
              </a:defRPr>
            </a:lvl5pPr>
          </a:lstStyle>
          <a:p>
            <a:pPr lvl="0" rtl="1"/>
            <a:r>
              <a:rPr lang="he-IL" noProof="0"/>
              <a:t>לחץ כדי לערוך סגנונות טקסט של תבנית בסיס</a:t>
            </a:r>
          </a:p>
          <a:p>
            <a:pPr lvl="1" rtl="1"/>
            <a:r>
              <a:rPr lang="he-IL" noProof="0"/>
              <a:t>רמה שנייה</a:t>
            </a:r>
          </a:p>
          <a:p>
            <a:pPr lvl="2" rtl="1"/>
            <a:r>
              <a:rPr lang="he-IL" noProof="0"/>
              <a:t>רמה שלישית</a:t>
            </a:r>
          </a:p>
          <a:p>
            <a:pPr lvl="3" rtl="1"/>
            <a:r>
              <a:rPr lang="he-IL" noProof="0"/>
              <a:t>רמה רביעית</a:t>
            </a:r>
          </a:p>
          <a:p>
            <a:pPr lvl="4" rtl="1"/>
            <a:r>
              <a:rPr lang="he-IL" noProof="0"/>
              <a:t>רמה חמישית</a:t>
            </a:r>
          </a:p>
        </p:txBody>
      </p:sp>
      <p:sp>
        <p:nvSpPr>
          <p:cNvPr id="2" name="מציין מיקום טקסט 4">
            <a:extLst>
              <a:ext uri="{FF2B5EF4-FFF2-40B4-BE49-F238E27FC236}">
                <a16:creationId xmlns:a16="http://schemas.microsoft.com/office/drawing/2014/main" id="{2B158428-2340-46B8-B34F-B6C04ECA0325}"/>
              </a:ext>
            </a:extLst>
          </p:cNvPr>
          <p:cNvSpPr>
            <a:spLocks noGrp="1"/>
          </p:cNvSpPr>
          <p:nvPr>
            <p:ph type="body" idx="1"/>
          </p:nvPr>
        </p:nvSpPr>
        <p:spPr>
          <a:xfrm flipH="1">
            <a:off x="1451360" y="2170400"/>
            <a:ext cx="4754880" cy="822960"/>
          </a:xfrm>
        </p:spPr>
        <p:txBody>
          <a:bodyPr lIns="137160" rIns="137160" rtlCol="1" anchor="ctr">
            <a:normAutofit/>
          </a:bodyPr>
          <a:lstStyle>
            <a:lvl1pPr marL="0" indent="0" algn="r" rtl="1">
              <a:spcBef>
                <a:spcPts val="0"/>
              </a:spcBef>
              <a:spcAft>
                <a:spcPts val="0"/>
              </a:spcAft>
              <a:buNone/>
              <a:defRPr sz="2300" b="0" cap="none" baseline="0">
                <a:solidFill>
                  <a:schemeClr val="accent1"/>
                </a:solidFill>
                <a:latin typeface="Tahoma" panose="020B0604030504040204" pitchFamily="34" charset="0"/>
                <a:ea typeface="Tahoma" panose="020B0604030504040204" pitchFamily="34" charset="0"/>
                <a:cs typeface="Tahoma" panose="020B0604030504040204" pitchFamily="34" charset="0"/>
              </a:defRPr>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he-IL" noProof="0"/>
              <a:t>לחץ כדי לערוך סגנונות טקסט של תבנית בסיס</a:t>
            </a:r>
          </a:p>
        </p:txBody>
      </p:sp>
      <p:sp>
        <p:nvSpPr>
          <p:cNvPr id="6" name="מציין מיקום תוכן 5"/>
          <p:cNvSpPr>
            <a:spLocks noGrp="1"/>
          </p:cNvSpPr>
          <p:nvPr>
            <p:ph sz="quarter" idx="4"/>
          </p:nvPr>
        </p:nvSpPr>
        <p:spPr>
          <a:xfrm flipH="1">
            <a:off x="1446232" y="2967788"/>
            <a:ext cx="4754880" cy="3341572"/>
          </a:xfrm>
        </p:spPr>
        <p:txBody>
          <a:bodyPr rtlCol="1"/>
          <a:lstStyle>
            <a:lvl1pPr algn="r" rtl="1">
              <a:defRPr>
                <a:latin typeface="Tahoma" panose="020B0604030504040204" pitchFamily="34" charset="0"/>
                <a:ea typeface="Tahoma" panose="020B0604030504040204" pitchFamily="34" charset="0"/>
                <a:cs typeface="Tahoma" panose="020B0604030504040204" pitchFamily="34" charset="0"/>
              </a:defRPr>
            </a:lvl1pPr>
            <a:lvl2pPr algn="r" rtl="1">
              <a:defRPr>
                <a:latin typeface="Tahoma" panose="020B0604030504040204" pitchFamily="34" charset="0"/>
                <a:ea typeface="Tahoma" panose="020B0604030504040204" pitchFamily="34" charset="0"/>
                <a:cs typeface="Tahoma" panose="020B0604030504040204" pitchFamily="34" charset="0"/>
              </a:defRPr>
            </a:lvl2pPr>
            <a:lvl3pPr algn="r" rtl="1">
              <a:defRPr>
                <a:latin typeface="Tahoma" panose="020B0604030504040204" pitchFamily="34" charset="0"/>
                <a:ea typeface="Tahoma" panose="020B0604030504040204" pitchFamily="34" charset="0"/>
                <a:cs typeface="Tahoma" panose="020B0604030504040204" pitchFamily="34" charset="0"/>
              </a:defRPr>
            </a:lvl3pPr>
            <a:lvl4pPr algn="r" rtl="1">
              <a:defRPr>
                <a:latin typeface="Tahoma" panose="020B0604030504040204" pitchFamily="34" charset="0"/>
                <a:ea typeface="Tahoma" panose="020B0604030504040204" pitchFamily="34" charset="0"/>
                <a:cs typeface="Tahoma" panose="020B0604030504040204" pitchFamily="34" charset="0"/>
              </a:defRPr>
            </a:lvl4pPr>
            <a:lvl5pPr algn="r" rtl="1">
              <a:defRPr>
                <a:latin typeface="Tahoma" panose="020B0604030504040204" pitchFamily="34" charset="0"/>
                <a:ea typeface="Tahoma" panose="020B0604030504040204" pitchFamily="34" charset="0"/>
                <a:cs typeface="Tahoma" panose="020B0604030504040204" pitchFamily="34" charset="0"/>
              </a:defRPr>
            </a:lvl5pPr>
          </a:lstStyle>
          <a:p>
            <a:pPr lvl="0" rtl="1"/>
            <a:r>
              <a:rPr lang="he-IL" noProof="0"/>
              <a:t>לחץ כדי לערוך סגנונות טקסט של תבנית בסיס</a:t>
            </a:r>
          </a:p>
          <a:p>
            <a:pPr lvl="1" rtl="1"/>
            <a:r>
              <a:rPr lang="he-IL" noProof="0"/>
              <a:t>רמה שנייה</a:t>
            </a:r>
          </a:p>
          <a:p>
            <a:pPr lvl="2" rtl="1"/>
            <a:r>
              <a:rPr lang="he-IL" noProof="0"/>
              <a:t>רמה שלישית</a:t>
            </a:r>
          </a:p>
          <a:p>
            <a:pPr lvl="3" rtl="1"/>
            <a:r>
              <a:rPr lang="he-IL" noProof="0"/>
              <a:t>רמה רביעית</a:t>
            </a:r>
          </a:p>
          <a:p>
            <a:pPr lvl="4" rtl="1"/>
            <a:r>
              <a:rPr lang="he-IL" noProof="0"/>
              <a:t>רמה חמישית</a:t>
            </a:r>
          </a:p>
        </p:txBody>
      </p:sp>
      <p:sp>
        <p:nvSpPr>
          <p:cNvPr id="7" name="מציין מיקום של תאריך 6"/>
          <p:cNvSpPr>
            <a:spLocks noGrp="1"/>
          </p:cNvSpPr>
          <p:nvPr>
            <p:ph type="dt" sz="half" idx="10"/>
          </p:nvPr>
        </p:nvSpPr>
        <p:spPr>
          <a:xfrm flipH="1">
            <a:off x="9013728" y="6470704"/>
            <a:ext cx="2154143" cy="274320"/>
          </a:xfrm>
        </p:spPr>
        <p:txBody>
          <a:bodyPr rtlCol="1"/>
          <a:lstStyle>
            <a:lvl1pPr algn="r" rtl="1">
              <a:defRPr>
                <a:latin typeface="Tahoma" panose="020B0604030504040204" pitchFamily="34" charset="0"/>
                <a:ea typeface="Tahoma" panose="020B0604030504040204" pitchFamily="34" charset="0"/>
                <a:cs typeface="Tahoma" panose="020B0604030504040204" pitchFamily="34" charset="0"/>
              </a:defRPr>
            </a:lvl1pPr>
          </a:lstStyle>
          <a:p>
            <a:fld id="{9C235CF8-811A-44D0-9D42-CF349890A3F0}" type="datetime1">
              <a:rPr lang="he-IL" noProof="0" smtClean="0"/>
              <a:t>ח'/חשון/תשפ"ו</a:t>
            </a:fld>
            <a:endParaRPr lang="he-IL" noProof="0"/>
          </a:p>
        </p:txBody>
      </p:sp>
      <p:sp>
        <p:nvSpPr>
          <p:cNvPr id="8" name="מציין מיקום של כותרת תחתונה 7"/>
          <p:cNvSpPr>
            <a:spLocks noGrp="1"/>
          </p:cNvSpPr>
          <p:nvPr>
            <p:ph type="ftr" sz="quarter" idx="11"/>
          </p:nvPr>
        </p:nvSpPr>
        <p:spPr>
          <a:xfrm flipH="1">
            <a:off x="1447609" y="6470704"/>
            <a:ext cx="5901459" cy="274320"/>
          </a:xfrm>
        </p:spPr>
        <p:txBody>
          <a:bodyPr rtlCol="1"/>
          <a:lstStyle>
            <a:lvl1pPr algn="l" rtl="1">
              <a:defRPr>
                <a:latin typeface="Tahoma" panose="020B0604030504040204" pitchFamily="34" charset="0"/>
                <a:ea typeface="Tahoma" panose="020B0604030504040204" pitchFamily="34" charset="0"/>
                <a:cs typeface="Tahoma" panose="020B0604030504040204" pitchFamily="34" charset="0"/>
              </a:defRPr>
            </a:lvl1pPr>
          </a:lstStyle>
          <a:p>
            <a:r>
              <a:rPr lang="he-IL"/>
              <a:t>פרויקט מס' 217</a:t>
            </a:r>
            <a:endParaRPr lang="he-IL" dirty="0"/>
          </a:p>
        </p:txBody>
      </p:sp>
      <p:sp>
        <p:nvSpPr>
          <p:cNvPr id="9" name="מציין מיקום של מספר שקופית 8"/>
          <p:cNvSpPr>
            <a:spLocks noGrp="1"/>
          </p:cNvSpPr>
          <p:nvPr>
            <p:ph type="sldNum" sz="quarter" idx="12"/>
          </p:nvPr>
        </p:nvSpPr>
        <p:spPr>
          <a:xfrm flipH="1">
            <a:off x="381000" y="6470704"/>
            <a:ext cx="973667" cy="274320"/>
          </a:xfrm>
        </p:spPr>
        <p:txBody>
          <a:bodyPr rtlCol="1"/>
          <a:lstStyle>
            <a:lvl1pPr algn="r" rtl="1">
              <a:defRPr>
                <a:latin typeface="Tahoma" panose="020B0604030504040204" pitchFamily="34" charset="0"/>
                <a:ea typeface="Tahoma" panose="020B0604030504040204" pitchFamily="34" charset="0"/>
                <a:cs typeface="Tahoma" panose="020B0604030504040204" pitchFamily="34" charset="0"/>
              </a:defRPr>
            </a:lvl1pPr>
          </a:lstStyle>
          <a:p>
            <a:fld id="{4FAB73BC-B049-4115-A692-8D63A059BFB8}" type="slidenum">
              <a:rPr lang="he-IL" noProof="0" smtClean="0"/>
              <a:pPr/>
              <a:t>‹#›</a:t>
            </a:fld>
            <a:endParaRPr lang="he-IL" noProof="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flipH="1">
            <a:off x="1447800" y="585216"/>
            <a:ext cx="9720072" cy="1499616"/>
          </a:xfrm>
        </p:spPr>
        <p:txBody>
          <a:bodyPr rtlCol="1"/>
          <a:lstStyle>
            <a:lvl1pPr algn="r" rtl="1">
              <a:defRPr/>
            </a:lvl1pPr>
          </a:lstStyle>
          <a:p>
            <a:pPr rtl="1"/>
            <a:r>
              <a:rPr lang="he-IL" noProof="0"/>
              <a:t>לחץ כדי לערוך סגנון כותרת של תבנית בסיס</a:t>
            </a:r>
          </a:p>
        </p:txBody>
      </p:sp>
      <p:sp>
        <p:nvSpPr>
          <p:cNvPr id="3" name="מציין מיקום של תאריך 2"/>
          <p:cNvSpPr>
            <a:spLocks noGrp="1"/>
          </p:cNvSpPr>
          <p:nvPr>
            <p:ph type="dt" sz="half" idx="10"/>
          </p:nvPr>
        </p:nvSpPr>
        <p:spPr>
          <a:xfrm flipH="1">
            <a:off x="9013728" y="6470704"/>
            <a:ext cx="2154143" cy="274320"/>
          </a:xfrm>
        </p:spPr>
        <p:txBody>
          <a:bodyPr rtlCol="1"/>
          <a:lstStyle>
            <a:lvl1pPr algn="r" rtl="1">
              <a:defRPr/>
            </a:lvl1pPr>
          </a:lstStyle>
          <a:p>
            <a:pPr rtl="1"/>
            <a:fld id="{5259224C-81C6-4DA9-B921-111085CD12F9}" type="datetime1">
              <a:rPr lang="he-IL" noProof="0" smtClean="0"/>
              <a:t>ח'/חשון/תשפ"ו</a:t>
            </a:fld>
            <a:endParaRPr lang="he-IL" noProof="0"/>
          </a:p>
        </p:txBody>
      </p:sp>
      <p:sp>
        <p:nvSpPr>
          <p:cNvPr id="4" name="מציין מיקום של כותרת תחתונה 3"/>
          <p:cNvSpPr>
            <a:spLocks noGrp="1"/>
          </p:cNvSpPr>
          <p:nvPr>
            <p:ph type="ftr" sz="quarter" idx="11"/>
          </p:nvPr>
        </p:nvSpPr>
        <p:spPr>
          <a:xfrm flipH="1">
            <a:off x="1447609" y="6470704"/>
            <a:ext cx="5901459" cy="274320"/>
          </a:xfrm>
        </p:spPr>
        <p:txBody>
          <a:bodyPr rtlCol="1"/>
          <a:lstStyle>
            <a:lvl1pPr algn="l" rtl="1">
              <a:defRPr/>
            </a:lvl1pPr>
          </a:lstStyle>
          <a:p>
            <a:r>
              <a:rPr lang="he-IL"/>
              <a:t>פרויקט מס' 217</a:t>
            </a:r>
            <a:endParaRPr lang="he-IL" dirty="0"/>
          </a:p>
        </p:txBody>
      </p:sp>
      <p:sp>
        <p:nvSpPr>
          <p:cNvPr id="5" name="מציין מיקום של מספר שקופית 4"/>
          <p:cNvSpPr>
            <a:spLocks noGrp="1"/>
          </p:cNvSpPr>
          <p:nvPr>
            <p:ph type="sldNum" sz="quarter" idx="12"/>
          </p:nvPr>
        </p:nvSpPr>
        <p:spPr>
          <a:xfrm flipH="1">
            <a:off x="381000" y="6470704"/>
            <a:ext cx="973667" cy="274320"/>
          </a:xfrm>
        </p:spPr>
        <p:txBody>
          <a:bodyPr rtlCol="1"/>
          <a:lstStyle>
            <a:lvl1pPr algn="r" rtl="1">
              <a:defRPr/>
            </a:lvl1pPr>
          </a:lstStyle>
          <a:p>
            <a:pPr rtl="1"/>
            <a:fld id="{4FAB73BC-B049-4115-A692-8D63A059BFB8}" type="slidenum">
              <a:rPr lang="he-IL" noProof="0" smtClean="0"/>
              <a:pPr/>
              <a:t>‹#›</a:t>
            </a:fld>
            <a:endParaRPr lang="he-IL" noProof="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a:xfrm flipH="1">
            <a:off x="9013728" y="6470704"/>
            <a:ext cx="2154143" cy="274320"/>
          </a:xfrm>
        </p:spPr>
        <p:txBody>
          <a:bodyPr rtlCol="1"/>
          <a:lstStyle>
            <a:lvl1pPr algn="r" rtl="1">
              <a:defRPr/>
            </a:lvl1pPr>
          </a:lstStyle>
          <a:p>
            <a:pPr rtl="1"/>
            <a:fld id="{C71743BC-F5DE-4A9C-BEDE-A9EF88DBDCEB}" type="datetime1">
              <a:rPr lang="he-IL" noProof="0" smtClean="0"/>
              <a:t>ח'/חשון/תשפ"ו</a:t>
            </a:fld>
            <a:endParaRPr lang="he-IL" noProof="0"/>
          </a:p>
        </p:txBody>
      </p:sp>
      <p:sp>
        <p:nvSpPr>
          <p:cNvPr id="3" name="מציין מיקום של כותרת תחתונה 2"/>
          <p:cNvSpPr>
            <a:spLocks noGrp="1"/>
          </p:cNvSpPr>
          <p:nvPr>
            <p:ph type="ftr" sz="quarter" idx="11"/>
          </p:nvPr>
        </p:nvSpPr>
        <p:spPr>
          <a:xfrm flipH="1">
            <a:off x="1447609" y="6470704"/>
            <a:ext cx="5901459" cy="274320"/>
          </a:xfrm>
        </p:spPr>
        <p:txBody>
          <a:bodyPr rtlCol="1"/>
          <a:lstStyle>
            <a:lvl1pPr algn="l" rtl="1">
              <a:defRPr/>
            </a:lvl1pPr>
          </a:lstStyle>
          <a:p>
            <a:r>
              <a:rPr lang="he-IL"/>
              <a:t>פרויקט מס' 217</a:t>
            </a:r>
            <a:endParaRPr lang="he-IL" dirty="0"/>
          </a:p>
        </p:txBody>
      </p:sp>
      <p:sp>
        <p:nvSpPr>
          <p:cNvPr id="4" name="מציין מיקום של מספר שקופית 3"/>
          <p:cNvSpPr>
            <a:spLocks noGrp="1"/>
          </p:cNvSpPr>
          <p:nvPr>
            <p:ph type="sldNum" sz="quarter" idx="12"/>
          </p:nvPr>
        </p:nvSpPr>
        <p:spPr>
          <a:xfrm flipH="1">
            <a:off x="381000" y="6470704"/>
            <a:ext cx="973667" cy="274320"/>
          </a:xfrm>
        </p:spPr>
        <p:txBody>
          <a:bodyPr rtlCol="1"/>
          <a:lstStyle>
            <a:lvl1pPr algn="r" rtl="1">
              <a:defRPr/>
            </a:lvl1pPr>
          </a:lstStyle>
          <a:p>
            <a:pPr rtl="1"/>
            <a:fld id="{4FAB73BC-B049-4115-A692-8D63A059BFB8}" type="slidenum">
              <a:rPr lang="he-IL" noProof="0" smtClean="0"/>
              <a:pPr/>
              <a:t>‹#›</a:t>
            </a:fld>
            <a:endParaRPr lang="he-IL" noProof="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8" name="כותרת 7"/>
          <p:cNvSpPr>
            <a:spLocks noGrp="1"/>
          </p:cNvSpPr>
          <p:nvPr>
            <p:ph type="title"/>
          </p:nvPr>
        </p:nvSpPr>
        <p:spPr>
          <a:xfrm flipH="1">
            <a:off x="6778752" y="471509"/>
            <a:ext cx="4389120" cy="1737360"/>
          </a:xfrm>
        </p:spPr>
        <p:txBody>
          <a:bodyPr rtlCol="1">
            <a:noAutofit/>
          </a:bodyPr>
          <a:lstStyle>
            <a:lvl1pPr algn="r" rtl="1">
              <a:lnSpc>
                <a:spcPct val="80000"/>
              </a:lnSpc>
              <a:defRPr sz="4000"/>
            </a:lvl1pPr>
          </a:lstStyle>
          <a:p>
            <a:pPr rtl="1"/>
            <a:r>
              <a:rPr lang="he-IL" noProof="0"/>
              <a:t>לחץ כדי לערוך סגנון כותרת של תבנית בסיס</a:t>
            </a:r>
          </a:p>
        </p:txBody>
      </p:sp>
      <p:sp>
        <p:nvSpPr>
          <p:cNvPr id="3" name="מציין מיקום תוכן 2"/>
          <p:cNvSpPr>
            <a:spLocks noGrp="1"/>
          </p:cNvSpPr>
          <p:nvPr>
            <p:ph idx="1"/>
          </p:nvPr>
        </p:nvSpPr>
        <p:spPr>
          <a:xfrm flipH="1">
            <a:off x="798576" y="822960"/>
            <a:ext cx="5678424" cy="5184648"/>
          </a:xfrm>
        </p:spPr>
        <p:txBody>
          <a:bodyPr rtlCol="1"/>
          <a:lstStyle>
            <a:lvl1pPr algn="r" rtl="1">
              <a:defRPr sz="2400"/>
            </a:lvl1pPr>
            <a:lvl2pPr algn="r" rtl="1">
              <a:defRPr sz="2000"/>
            </a:lvl2pPr>
            <a:lvl3pPr algn="r" rtl="1">
              <a:defRPr sz="1600"/>
            </a:lvl3pPr>
            <a:lvl4pPr algn="r" rtl="1">
              <a:defRPr sz="1600"/>
            </a:lvl4pPr>
            <a:lvl5pPr algn="r" rtl="1">
              <a:defRPr sz="1600"/>
            </a:lvl5pPr>
            <a:lvl6pPr algn="r" rtl="1">
              <a:defRPr sz="1600"/>
            </a:lvl6pPr>
            <a:lvl7pPr algn="r" rtl="1">
              <a:defRPr sz="1600"/>
            </a:lvl7pPr>
            <a:lvl8pPr algn="r" rtl="1">
              <a:defRPr sz="1600"/>
            </a:lvl8pPr>
            <a:lvl9pPr algn="r" rtl="1">
              <a:defRPr sz="1600"/>
            </a:lvl9pPr>
          </a:lstStyle>
          <a:p>
            <a:pPr lvl="0" rtl="1"/>
            <a:r>
              <a:rPr lang="he-IL" noProof="0"/>
              <a:t>לחץ כדי לערוך סגנונות טקסט של תבנית בסיס</a:t>
            </a:r>
          </a:p>
          <a:p>
            <a:pPr lvl="1" rtl="1"/>
            <a:r>
              <a:rPr lang="he-IL" noProof="0"/>
              <a:t>רמה שנייה</a:t>
            </a:r>
          </a:p>
          <a:p>
            <a:pPr lvl="2" rtl="1"/>
            <a:r>
              <a:rPr lang="he-IL" noProof="0"/>
              <a:t>רמה שלישית</a:t>
            </a:r>
          </a:p>
          <a:p>
            <a:pPr lvl="3" rtl="1"/>
            <a:r>
              <a:rPr lang="he-IL" noProof="0"/>
              <a:t>רמה רביעית</a:t>
            </a:r>
          </a:p>
          <a:p>
            <a:pPr lvl="4" rtl="1"/>
            <a:r>
              <a:rPr lang="he-IL" noProof="0"/>
              <a:t>רמה חמישית</a:t>
            </a:r>
          </a:p>
        </p:txBody>
      </p:sp>
      <p:sp>
        <p:nvSpPr>
          <p:cNvPr id="4" name="מציין מיקום טקסט 3"/>
          <p:cNvSpPr>
            <a:spLocks noGrp="1"/>
          </p:cNvSpPr>
          <p:nvPr>
            <p:ph type="body" sz="half" idx="2"/>
          </p:nvPr>
        </p:nvSpPr>
        <p:spPr>
          <a:xfrm flipH="1">
            <a:off x="6778752" y="2257506"/>
            <a:ext cx="4389120" cy="3762294"/>
          </a:xfrm>
        </p:spPr>
        <p:txBody>
          <a:bodyPr lIns="91440" rIns="91440" rtlCol="1">
            <a:normAutofit/>
          </a:bodyPr>
          <a:lstStyle>
            <a:lvl1pPr marL="0" indent="0" algn="r" rtl="1">
              <a:lnSpc>
                <a:spcPct val="108000"/>
              </a:lnSpc>
              <a:spcBef>
                <a:spcPts val="600"/>
              </a:spcBef>
              <a:buNone/>
              <a:defRPr sz="16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he-IL" noProof="0"/>
              <a:t>לחץ כדי לערוך סגנונות טקסט של תבנית בסיס</a:t>
            </a:r>
          </a:p>
        </p:txBody>
      </p:sp>
      <p:sp>
        <p:nvSpPr>
          <p:cNvPr id="5" name="מציין מיקום של תאריך 4"/>
          <p:cNvSpPr>
            <a:spLocks noGrp="1"/>
          </p:cNvSpPr>
          <p:nvPr>
            <p:ph type="dt" sz="half" idx="10"/>
          </p:nvPr>
        </p:nvSpPr>
        <p:spPr>
          <a:xfrm flipH="1">
            <a:off x="9013728" y="6470704"/>
            <a:ext cx="2154143" cy="274320"/>
          </a:xfrm>
        </p:spPr>
        <p:txBody>
          <a:bodyPr rtlCol="1"/>
          <a:lstStyle>
            <a:lvl1pPr algn="r" rtl="1">
              <a:defRPr/>
            </a:lvl1pPr>
          </a:lstStyle>
          <a:p>
            <a:pPr rtl="1"/>
            <a:fld id="{9A4B26D9-CE8E-4A17-9FDB-25EAA6C0D2FA}" type="datetime1">
              <a:rPr lang="he-IL" noProof="0" smtClean="0"/>
              <a:t>ח'/חשון/תשפ"ו</a:t>
            </a:fld>
            <a:endParaRPr lang="he-IL" noProof="0"/>
          </a:p>
        </p:txBody>
      </p:sp>
      <p:sp>
        <p:nvSpPr>
          <p:cNvPr id="6" name="מציין מיקום של כותרת תחתונה 5"/>
          <p:cNvSpPr>
            <a:spLocks noGrp="1"/>
          </p:cNvSpPr>
          <p:nvPr>
            <p:ph type="ftr" sz="quarter" idx="11"/>
          </p:nvPr>
        </p:nvSpPr>
        <p:spPr>
          <a:xfrm flipH="1">
            <a:off x="1447609" y="6470704"/>
            <a:ext cx="5901459" cy="274320"/>
          </a:xfrm>
        </p:spPr>
        <p:txBody>
          <a:bodyPr rtlCol="1"/>
          <a:lstStyle>
            <a:lvl1pPr algn="l" rtl="1">
              <a:defRPr/>
            </a:lvl1pPr>
          </a:lstStyle>
          <a:p>
            <a:r>
              <a:rPr lang="he-IL"/>
              <a:t>פרויקט מס' 217</a:t>
            </a:r>
            <a:endParaRPr lang="he-IL" dirty="0"/>
          </a:p>
        </p:txBody>
      </p:sp>
      <p:sp>
        <p:nvSpPr>
          <p:cNvPr id="7" name="מציין מיקום של מספר שקופית 6"/>
          <p:cNvSpPr>
            <a:spLocks noGrp="1"/>
          </p:cNvSpPr>
          <p:nvPr>
            <p:ph type="sldNum" sz="quarter" idx="12"/>
          </p:nvPr>
        </p:nvSpPr>
        <p:spPr>
          <a:xfrm flipH="1">
            <a:off x="381000" y="6470704"/>
            <a:ext cx="973667" cy="274320"/>
          </a:xfrm>
        </p:spPr>
        <p:txBody>
          <a:bodyPr rtlCol="1"/>
          <a:lstStyle>
            <a:lvl1pPr algn="r" rtl="1">
              <a:defRPr/>
            </a:lvl1pPr>
          </a:lstStyle>
          <a:p>
            <a:pPr rtl="1"/>
            <a:fld id="{4FAB73BC-B049-4115-A692-8D63A059BFB8}" type="slidenum">
              <a:rPr lang="he-IL" noProof="0" smtClean="0"/>
              <a:pPr/>
              <a:t>‹#›</a:t>
            </a:fld>
            <a:endParaRPr lang="he-IL" noProof="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flipH="1">
            <a:off x="3962400" y="4960138"/>
            <a:ext cx="7772400" cy="1463040"/>
          </a:xfrm>
        </p:spPr>
        <p:txBody>
          <a:bodyPr rtlCol="1" anchor="ctr">
            <a:normAutofit/>
          </a:bodyPr>
          <a:lstStyle>
            <a:lvl1pPr algn="l" rtl="1">
              <a:defRPr sz="5000" spc="200" baseline="0"/>
            </a:lvl1pPr>
          </a:lstStyle>
          <a:p>
            <a:pPr rtl="1"/>
            <a:r>
              <a:rPr lang="he-IL" noProof="0"/>
              <a:t>לחץ כדי לערוך סגנון כותרת של תבנית בסיס</a:t>
            </a:r>
            <a:endParaRPr lang="he-IL" noProof="0" dirty="0"/>
          </a:p>
        </p:txBody>
      </p:sp>
      <p:sp>
        <p:nvSpPr>
          <p:cNvPr id="3" name="מציין מיקום של תמונה 2"/>
          <p:cNvSpPr>
            <a:spLocks noGrp="1" noChangeAspect="1"/>
          </p:cNvSpPr>
          <p:nvPr>
            <p:ph type="pic" idx="1"/>
          </p:nvPr>
        </p:nvSpPr>
        <p:spPr>
          <a:xfrm flipH="1">
            <a:off x="3048" y="-1"/>
            <a:ext cx="12188952" cy="4572000"/>
          </a:xfrm>
          <a:solidFill>
            <a:schemeClr val="accent1">
              <a:lumMod val="60000"/>
              <a:lumOff val="40000"/>
            </a:schemeClr>
          </a:solidFill>
        </p:spPr>
        <p:txBody>
          <a:bodyPr lIns="457200" tIns="365760" rIns="45720" bIns="45720" rtlCol="1" anchor="t"/>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rtl="1"/>
            <a:r>
              <a:rPr lang="he-IL" noProof="0"/>
              <a:t>לחץ על הסמל כדי להוסיף תמונה</a:t>
            </a:r>
          </a:p>
        </p:txBody>
      </p:sp>
      <p:sp>
        <p:nvSpPr>
          <p:cNvPr id="4" name="מציין מיקום טקסט 3"/>
          <p:cNvSpPr>
            <a:spLocks noGrp="1"/>
          </p:cNvSpPr>
          <p:nvPr>
            <p:ph type="body" sz="half" idx="2"/>
          </p:nvPr>
        </p:nvSpPr>
        <p:spPr>
          <a:xfrm flipH="1">
            <a:off x="381000" y="4960138"/>
            <a:ext cx="3200400" cy="1463040"/>
          </a:xfrm>
        </p:spPr>
        <p:txBody>
          <a:bodyPr lIns="91440" rIns="91440" rtlCol="1" anchor="ctr">
            <a:normAutofit/>
          </a:bodyPr>
          <a:lstStyle>
            <a:lvl1pPr marL="0" indent="0" algn="r" rtl="1">
              <a:lnSpc>
                <a:spcPct val="100000"/>
              </a:lnSpc>
              <a:spcBef>
                <a:spcPts val="0"/>
              </a:spcBef>
              <a:buNone/>
              <a:defRPr sz="1800">
                <a:solidFill>
                  <a:schemeClr val="tx1">
                    <a:lumMod val="95000"/>
                    <a:lumOff val="5000"/>
                  </a:schemeClr>
                </a:solidFill>
              </a:defRPr>
            </a:lvl1pPr>
            <a:lvl2pPr marL="457200" indent="0" algn="r" rtl="1">
              <a:buNone/>
              <a:defRPr sz="1400"/>
            </a:lvl2pPr>
            <a:lvl3pPr marL="914400" indent="0" algn="r" rtl="1">
              <a:buNone/>
              <a:defRPr sz="1200"/>
            </a:lvl3pPr>
            <a:lvl4pPr marL="1371600" indent="0" algn="r" rtl="1">
              <a:buNone/>
              <a:defRPr sz="1000"/>
            </a:lvl4pPr>
            <a:lvl5pPr marL="1828800" indent="0" algn="r" rtl="1">
              <a:buNone/>
              <a:defRPr sz="1000"/>
            </a:lvl5pPr>
            <a:lvl6pPr marL="2286000" indent="0" algn="r" rtl="1">
              <a:buNone/>
              <a:defRPr sz="1000"/>
            </a:lvl6pPr>
            <a:lvl7pPr marL="2743200" indent="0" algn="r" rtl="1">
              <a:buNone/>
              <a:defRPr sz="1000"/>
            </a:lvl7pPr>
            <a:lvl8pPr marL="3200400" indent="0" algn="r" rtl="1">
              <a:buNone/>
              <a:defRPr sz="1000"/>
            </a:lvl8pPr>
            <a:lvl9pPr marL="3657600" indent="0" algn="r" rtl="1">
              <a:buNone/>
              <a:defRPr sz="1000"/>
            </a:lvl9pPr>
          </a:lstStyle>
          <a:p>
            <a:pPr lvl="0" rtl="1"/>
            <a:r>
              <a:rPr lang="he-IL" noProof="0"/>
              <a:t>לחץ כדי לערוך סגנונות טקסט של תבנית בסיס</a:t>
            </a:r>
          </a:p>
        </p:txBody>
      </p:sp>
      <p:sp>
        <p:nvSpPr>
          <p:cNvPr id="5" name="מציין מיקום של תאריך 4"/>
          <p:cNvSpPr>
            <a:spLocks noGrp="1"/>
          </p:cNvSpPr>
          <p:nvPr>
            <p:ph type="dt" sz="half" idx="10"/>
          </p:nvPr>
        </p:nvSpPr>
        <p:spPr>
          <a:xfrm flipH="1">
            <a:off x="9013728" y="6470704"/>
            <a:ext cx="2154143" cy="274320"/>
          </a:xfrm>
        </p:spPr>
        <p:txBody>
          <a:bodyPr rtlCol="1"/>
          <a:lstStyle>
            <a:lvl1pPr algn="r" rtl="1">
              <a:defRPr/>
            </a:lvl1pPr>
          </a:lstStyle>
          <a:p>
            <a:pPr rtl="1"/>
            <a:fld id="{DE9D7225-25E1-4E03-B715-83E3CAA89144}" type="datetime1">
              <a:rPr lang="he-IL" noProof="0" smtClean="0"/>
              <a:t>ח'/חשון/תשפ"ו</a:t>
            </a:fld>
            <a:endParaRPr lang="he-IL" noProof="0"/>
          </a:p>
        </p:txBody>
      </p:sp>
      <p:sp>
        <p:nvSpPr>
          <p:cNvPr id="6" name="מציין מיקום של כותרת תחתונה 5"/>
          <p:cNvSpPr>
            <a:spLocks noGrp="1"/>
          </p:cNvSpPr>
          <p:nvPr>
            <p:ph type="ftr" sz="quarter" idx="11"/>
          </p:nvPr>
        </p:nvSpPr>
        <p:spPr>
          <a:xfrm flipH="1">
            <a:off x="1447609" y="6470704"/>
            <a:ext cx="5901459" cy="274320"/>
          </a:xfrm>
        </p:spPr>
        <p:txBody>
          <a:bodyPr rtlCol="1"/>
          <a:lstStyle>
            <a:lvl1pPr algn="l" rtl="1">
              <a:defRPr/>
            </a:lvl1pPr>
          </a:lstStyle>
          <a:p>
            <a:r>
              <a:rPr lang="he-IL"/>
              <a:t>פרויקט מס' 217</a:t>
            </a:r>
            <a:endParaRPr lang="he-IL" dirty="0"/>
          </a:p>
        </p:txBody>
      </p:sp>
      <p:sp>
        <p:nvSpPr>
          <p:cNvPr id="7" name="מציין מיקום של מספר שקופית 6"/>
          <p:cNvSpPr>
            <a:spLocks noGrp="1"/>
          </p:cNvSpPr>
          <p:nvPr>
            <p:ph type="sldNum" sz="quarter" idx="12"/>
          </p:nvPr>
        </p:nvSpPr>
        <p:spPr>
          <a:xfrm flipH="1">
            <a:off x="381000" y="6470704"/>
            <a:ext cx="973667" cy="274320"/>
          </a:xfrm>
        </p:spPr>
        <p:txBody>
          <a:bodyPr rtlCol="1"/>
          <a:lstStyle>
            <a:lvl1pPr algn="r" rtl="1">
              <a:defRPr/>
            </a:lvl1pPr>
          </a:lstStyle>
          <a:p>
            <a:pPr rtl="1"/>
            <a:fld id="{867E5644-1E61-4311-A31E-84CB9C7AA8A9}" type="slidenum">
              <a:rPr lang="he-IL" noProof="0" smtClean="0"/>
              <a:pPr/>
              <a:t>‹#›</a:t>
            </a:fld>
            <a:endParaRPr lang="he-IL" noProof="0"/>
          </a:p>
        </p:txBody>
      </p:sp>
      <p:cxnSp>
        <p:nvCxnSpPr>
          <p:cNvPr id="8" name="מחבר ישר 7"/>
          <p:cNvCxnSpPr>
            <a:cxnSpLocks/>
          </p:cNvCxnSpPr>
          <p:nvPr/>
        </p:nvCxnSpPr>
        <p:spPr>
          <a:xfrm flipH="1" flipV="1">
            <a:off x="3805157"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a:xfrm flipH="1">
            <a:off x="1447800" y="585216"/>
            <a:ext cx="9720072" cy="1499616"/>
          </a:xfrm>
        </p:spPr>
        <p:txBody>
          <a:bodyPr rtlCol="1"/>
          <a:lstStyle>
            <a:lvl1pPr algn="r" rtl="1">
              <a:defRPr/>
            </a:lvl1pPr>
          </a:lstStyle>
          <a:p>
            <a:pPr rtl="1"/>
            <a:r>
              <a:rPr lang="he-IL" noProof="0"/>
              <a:t>לחץ כדי לערוך סגנון כותרת של תבנית בסיס</a:t>
            </a:r>
          </a:p>
        </p:txBody>
      </p:sp>
      <p:sp>
        <p:nvSpPr>
          <p:cNvPr id="3" name="מציין מיקום טקסט אנכי 2"/>
          <p:cNvSpPr>
            <a:spLocks noGrp="1"/>
          </p:cNvSpPr>
          <p:nvPr>
            <p:ph type="body" orient="vert" idx="1"/>
          </p:nvPr>
        </p:nvSpPr>
        <p:spPr>
          <a:xfrm flipH="1">
            <a:off x="1447799" y="2286000"/>
            <a:ext cx="9720073" cy="4023360"/>
          </a:xfrm>
        </p:spPr>
        <p:txBody>
          <a:bodyPr vert="eaVert" rtlCol="1"/>
          <a:lstStyle>
            <a:lvl1pPr algn="r" rtl="1">
              <a:defRPr/>
            </a:lvl1pPr>
            <a:lvl2pPr algn="r" rtl="1">
              <a:defRPr/>
            </a:lvl2pPr>
            <a:lvl3pPr algn="r" rtl="1">
              <a:defRPr/>
            </a:lvl3pPr>
            <a:lvl4pPr algn="r" rtl="1">
              <a:defRPr/>
            </a:lvl4pPr>
            <a:lvl5pPr algn="r" rtl="1">
              <a:defRPr/>
            </a:lvl5pPr>
          </a:lstStyle>
          <a:p>
            <a:pPr lvl="0" rtl="1"/>
            <a:r>
              <a:rPr lang="he-IL" noProof="0"/>
              <a:t>לחץ כדי לערוך סגנונות טקסט של תבנית בסיס</a:t>
            </a:r>
          </a:p>
          <a:p>
            <a:pPr lvl="1" rtl="1"/>
            <a:r>
              <a:rPr lang="he-IL" noProof="0"/>
              <a:t>רמה שנייה</a:t>
            </a:r>
          </a:p>
          <a:p>
            <a:pPr lvl="2" rtl="1"/>
            <a:r>
              <a:rPr lang="he-IL" noProof="0"/>
              <a:t>רמה שלישית</a:t>
            </a:r>
          </a:p>
          <a:p>
            <a:pPr lvl="3" rtl="1"/>
            <a:r>
              <a:rPr lang="he-IL" noProof="0"/>
              <a:t>רמה רביעית</a:t>
            </a:r>
          </a:p>
          <a:p>
            <a:pPr lvl="4" rtl="1"/>
            <a:r>
              <a:rPr lang="he-IL" noProof="0"/>
              <a:t>רמה חמישית</a:t>
            </a:r>
          </a:p>
        </p:txBody>
      </p:sp>
      <p:sp>
        <p:nvSpPr>
          <p:cNvPr id="4" name="מציין מיקום של תאריך 3"/>
          <p:cNvSpPr>
            <a:spLocks noGrp="1"/>
          </p:cNvSpPr>
          <p:nvPr>
            <p:ph type="dt" sz="half" idx="10"/>
          </p:nvPr>
        </p:nvSpPr>
        <p:spPr>
          <a:xfrm flipH="1">
            <a:off x="9013728" y="6470704"/>
            <a:ext cx="2154143" cy="274320"/>
          </a:xfrm>
        </p:spPr>
        <p:txBody>
          <a:bodyPr rtlCol="1"/>
          <a:lstStyle>
            <a:lvl1pPr algn="r" rtl="1">
              <a:defRPr/>
            </a:lvl1pPr>
          </a:lstStyle>
          <a:p>
            <a:pPr rtl="1"/>
            <a:fld id="{F37EE2CD-16C0-46E6-84DE-3E621FCBA417}" type="datetime1">
              <a:rPr lang="he-IL" noProof="0" smtClean="0"/>
              <a:t>ח'/חשון/תשפ"ו</a:t>
            </a:fld>
            <a:endParaRPr lang="he-IL" noProof="0"/>
          </a:p>
        </p:txBody>
      </p:sp>
      <p:sp>
        <p:nvSpPr>
          <p:cNvPr id="5" name="מציין מיקום של כותרת תחתונה 4"/>
          <p:cNvSpPr>
            <a:spLocks noGrp="1"/>
          </p:cNvSpPr>
          <p:nvPr>
            <p:ph type="ftr" sz="quarter" idx="11"/>
          </p:nvPr>
        </p:nvSpPr>
        <p:spPr>
          <a:xfrm flipH="1">
            <a:off x="1447609" y="6470704"/>
            <a:ext cx="5901459" cy="274320"/>
          </a:xfrm>
        </p:spPr>
        <p:txBody>
          <a:bodyPr rtlCol="1"/>
          <a:lstStyle>
            <a:lvl1pPr algn="l" rtl="1">
              <a:defRPr/>
            </a:lvl1pPr>
          </a:lstStyle>
          <a:p>
            <a:r>
              <a:rPr lang="he-IL"/>
              <a:t>פרויקט מס' 217</a:t>
            </a:r>
            <a:endParaRPr lang="he-IL" dirty="0"/>
          </a:p>
        </p:txBody>
      </p:sp>
      <p:sp>
        <p:nvSpPr>
          <p:cNvPr id="6" name="מציין מיקום של מספר שקופית 5"/>
          <p:cNvSpPr>
            <a:spLocks noGrp="1"/>
          </p:cNvSpPr>
          <p:nvPr>
            <p:ph type="sldNum" sz="quarter" idx="12"/>
          </p:nvPr>
        </p:nvSpPr>
        <p:spPr>
          <a:xfrm flipH="1">
            <a:off x="381000" y="6470704"/>
            <a:ext cx="973667" cy="274320"/>
          </a:xfrm>
        </p:spPr>
        <p:txBody>
          <a:bodyPr rtlCol="1"/>
          <a:lstStyle>
            <a:lvl1pPr algn="r" rtl="1">
              <a:defRPr/>
            </a:lvl1pPr>
          </a:lstStyle>
          <a:p>
            <a:pPr rtl="1"/>
            <a:fld id="{4FAB73BC-B049-4115-A692-8D63A059BFB8}" type="slidenum">
              <a:rPr lang="he-IL" noProof="0" smtClean="0"/>
              <a:pPr/>
              <a:t>‹#›</a:t>
            </a:fld>
            <a:endParaRPr lang="he-IL" noProof="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flipH="1">
            <a:off x="838199" y="762000"/>
            <a:ext cx="2628900" cy="5410200"/>
          </a:xfrm>
        </p:spPr>
        <p:txBody>
          <a:bodyPr vert="vert270" lIns="45720" tIns="91440" rIns="45720" bIns="91440" rtlCol="1"/>
          <a:lstStyle>
            <a:lvl1pPr algn="r" rtl="1">
              <a:defRPr/>
            </a:lvl1pPr>
          </a:lstStyle>
          <a:p>
            <a:pPr rtl="1"/>
            <a:r>
              <a:rPr lang="he-IL" noProof="0"/>
              <a:t>לחץ כדי לערוך סגנון כותרת של תבנית בסיס</a:t>
            </a:r>
          </a:p>
        </p:txBody>
      </p:sp>
      <p:sp>
        <p:nvSpPr>
          <p:cNvPr id="3" name="מציין מיקום טקסט אנכי 2"/>
          <p:cNvSpPr>
            <a:spLocks noGrp="1"/>
          </p:cNvSpPr>
          <p:nvPr>
            <p:ph type="body" orient="vert" idx="1"/>
          </p:nvPr>
        </p:nvSpPr>
        <p:spPr>
          <a:xfrm flipH="1">
            <a:off x="3619499" y="762000"/>
            <a:ext cx="7581900" cy="5410200"/>
          </a:xfrm>
        </p:spPr>
        <p:txBody>
          <a:bodyPr vert="vert270" rtlCol="1"/>
          <a:lstStyle>
            <a:lvl1pPr algn="r" rtl="1">
              <a:defRPr/>
            </a:lvl1pPr>
            <a:lvl2pPr algn="r" rtl="1">
              <a:defRPr/>
            </a:lvl2pPr>
            <a:lvl3pPr algn="r" rtl="1">
              <a:defRPr/>
            </a:lvl3pPr>
            <a:lvl4pPr algn="r" rtl="1">
              <a:defRPr/>
            </a:lvl4pPr>
            <a:lvl5pPr algn="r" rtl="1">
              <a:defRPr/>
            </a:lvl5pPr>
          </a:lstStyle>
          <a:p>
            <a:pPr lvl="0" rtl="1"/>
            <a:r>
              <a:rPr lang="he-IL" noProof="0"/>
              <a:t>לחץ כדי לערוך סגנונות טקסט של תבנית בסיס</a:t>
            </a:r>
          </a:p>
          <a:p>
            <a:pPr lvl="1" rtl="1"/>
            <a:r>
              <a:rPr lang="he-IL" noProof="0"/>
              <a:t>רמה שנייה</a:t>
            </a:r>
          </a:p>
          <a:p>
            <a:pPr lvl="2" rtl="1"/>
            <a:r>
              <a:rPr lang="he-IL" noProof="0"/>
              <a:t>רמה שלישית</a:t>
            </a:r>
          </a:p>
          <a:p>
            <a:pPr lvl="3" rtl="1"/>
            <a:r>
              <a:rPr lang="he-IL" noProof="0"/>
              <a:t>רמה רביעית</a:t>
            </a:r>
          </a:p>
          <a:p>
            <a:pPr lvl="4" rtl="1"/>
            <a:r>
              <a:rPr lang="he-IL" noProof="0"/>
              <a:t>רמה חמישית</a:t>
            </a:r>
          </a:p>
        </p:txBody>
      </p:sp>
      <p:sp>
        <p:nvSpPr>
          <p:cNvPr id="4" name="מציין מיקום של תאריך 3"/>
          <p:cNvSpPr>
            <a:spLocks noGrp="1"/>
          </p:cNvSpPr>
          <p:nvPr>
            <p:ph type="dt" sz="half" idx="10"/>
          </p:nvPr>
        </p:nvSpPr>
        <p:spPr>
          <a:xfrm flipH="1">
            <a:off x="9013728" y="6470704"/>
            <a:ext cx="2154143" cy="274320"/>
          </a:xfrm>
        </p:spPr>
        <p:txBody>
          <a:bodyPr rtlCol="1"/>
          <a:lstStyle>
            <a:lvl1pPr algn="r" rtl="1">
              <a:defRPr/>
            </a:lvl1pPr>
          </a:lstStyle>
          <a:p>
            <a:pPr rtl="1"/>
            <a:fld id="{F40C1A27-47E5-4820-B2CA-F206BE0CF543}" type="datetime1">
              <a:rPr lang="he-IL" noProof="0" smtClean="0"/>
              <a:t>ח'/חשון/תשפ"ו</a:t>
            </a:fld>
            <a:endParaRPr lang="he-IL" noProof="0"/>
          </a:p>
        </p:txBody>
      </p:sp>
      <p:sp>
        <p:nvSpPr>
          <p:cNvPr id="5" name="מציין מיקום של כותרת תחתונה 4"/>
          <p:cNvSpPr>
            <a:spLocks noGrp="1"/>
          </p:cNvSpPr>
          <p:nvPr>
            <p:ph type="ftr" sz="quarter" idx="11"/>
          </p:nvPr>
        </p:nvSpPr>
        <p:spPr>
          <a:xfrm flipH="1">
            <a:off x="1447609" y="6470704"/>
            <a:ext cx="5901459" cy="274320"/>
          </a:xfrm>
        </p:spPr>
        <p:txBody>
          <a:bodyPr rtlCol="1"/>
          <a:lstStyle>
            <a:lvl1pPr algn="l" rtl="1">
              <a:defRPr/>
            </a:lvl1pPr>
          </a:lstStyle>
          <a:p>
            <a:r>
              <a:rPr lang="he-IL"/>
              <a:t>פרויקט מס' 217</a:t>
            </a:r>
            <a:endParaRPr lang="he-IL" dirty="0"/>
          </a:p>
        </p:txBody>
      </p:sp>
      <p:sp>
        <p:nvSpPr>
          <p:cNvPr id="6" name="מציין מיקום של מספר שקופית 5"/>
          <p:cNvSpPr>
            <a:spLocks noGrp="1"/>
          </p:cNvSpPr>
          <p:nvPr>
            <p:ph type="sldNum" sz="quarter" idx="12"/>
          </p:nvPr>
        </p:nvSpPr>
        <p:spPr>
          <a:xfrm flipH="1">
            <a:off x="381000" y="6470704"/>
            <a:ext cx="973667" cy="274320"/>
          </a:xfrm>
        </p:spPr>
        <p:txBody>
          <a:bodyPr rtlCol="1"/>
          <a:lstStyle>
            <a:lvl1pPr algn="r" rtl="1">
              <a:defRPr/>
            </a:lvl1pPr>
          </a:lstStyle>
          <a:p>
            <a:pPr rtl="1"/>
            <a:fld id="{4FAB73BC-B049-4115-A692-8D63A059BFB8}" type="slidenum">
              <a:rPr lang="he-IL" noProof="0" smtClean="0"/>
              <a:pPr/>
              <a:t>‹#›</a:t>
            </a:fld>
            <a:endParaRPr lang="he-IL" noProof="0"/>
          </a:p>
        </p:txBody>
      </p:sp>
      <p:cxnSp>
        <p:nvCxnSpPr>
          <p:cNvPr id="7" name="מחבר ישר 6"/>
          <p:cNvCxnSpPr>
            <a:cxnSpLocks/>
          </p:cNvCxnSpPr>
          <p:nvPr/>
        </p:nvCxnSpPr>
        <p:spPr>
          <a:xfrm rot="16200000" flipH="1" flipV="1">
            <a:off x="21336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9FBB2A7-4646-4458-9F95-6BEDA59F3FD0}" type="datetime1">
              <a:rPr lang="he-IL" noProof="0" smtClean="0"/>
              <a:t>ח'/חשון/תשפ"ו</a:t>
            </a:fld>
            <a:endParaRPr lang="he-IL" noProof="0"/>
          </a:p>
        </p:txBody>
      </p:sp>
      <p:sp>
        <p:nvSpPr>
          <p:cNvPr id="5" name="Footer Placeholder 4"/>
          <p:cNvSpPr>
            <a:spLocks noGrp="1"/>
          </p:cNvSpPr>
          <p:nvPr>
            <p:ph type="ftr" sz="quarter" idx="11"/>
          </p:nvPr>
        </p:nvSpPr>
        <p:spPr>
          <a:xfrm>
            <a:off x="5332412" y="5883275"/>
            <a:ext cx="4324044" cy="365125"/>
          </a:xfrm>
        </p:spPr>
        <p:txBody>
          <a:bodyPr/>
          <a:lstStyle/>
          <a:p>
            <a:r>
              <a:rPr lang="he-IL"/>
              <a:t>פרויקט מס' 217</a:t>
            </a:r>
            <a:endParaRPr lang="he-IL" dirty="0"/>
          </a:p>
        </p:txBody>
      </p:sp>
      <p:sp>
        <p:nvSpPr>
          <p:cNvPr id="6" name="Slide Number Placeholder 5"/>
          <p:cNvSpPr>
            <a:spLocks noGrp="1"/>
          </p:cNvSpPr>
          <p:nvPr>
            <p:ph type="sldNum" sz="quarter" idx="12"/>
          </p:nvPr>
        </p:nvSpPr>
        <p:spPr/>
        <p:txBody>
          <a:bodyPr/>
          <a:lstStyle/>
          <a:p>
            <a:fld id="{4FAB73BC-B049-4115-A692-8D63A059BFB8}" type="slidenum">
              <a:rPr lang="he-IL" noProof="0" smtClean="0"/>
              <a:pPr/>
              <a:t>‹#›</a:t>
            </a:fld>
            <a:endParaRPr lang="he-IL" noProof="0"/>
          </a:p>
        </p:txBody>
      </p:sp>
    </p:spTree>
    <p:extLst>
      <p:ext uri="{BB962C8B-B14F-4D97-AF65-F5344CB8AC3E}">
        <p14:creationId xmlns:p14="http://schemas.microsoft.com/office/powerpoint/2010/main" val="28319228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lvl1pPr>
              <a:buClr>
                <a:schemeClr val="accent1">
                  <a:lumMod val="75000"/>
                </a:schemeClr>
              </a:buClr>
              <a:defRPr/>
            </a:lvl1pPr>
            <a:lvl2pPr>
              <a:buClr>
                <a:schemeClr val="accent1">
                  <a:lumMod val="75000"/>
                </a:schemeClr>
              </a:buClr>
              <a:defRPr/>
            </a:lvl2pPr>
            <a:lvl3pPr>
              <a:buClr>
                <a:schemeClr val="accent1">
                  <a:lumMod val="75000"/>
                </a:schemeClr>
              </a:buClr>
              <a:defRPr/>
            </a:lvl3pPr>
            <a:lvl4pPr>
              <a:buClr>
                <a:schemeClr val="accent1">
                  <a:lumMod val="75000"/>
                </a:schemeClr>
              </a:buClr>
              <a:defRPr/>
            </a:lvl4pPr>
            <a:lvl5pPr>
              <a:buClr>
                <a:schemeClr val="accent1">
                  <a:lumMod val="75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BFA53F-8435-447B-A3D0-8C3741C829AE}" type="datetime1">
              <a:rPr lang="he-IL" noProof="0" smtClean="0"/>
              <a:t>ח'/חשון/תשפ"ו</a:t>
            </a:fld>
            <a:endParaRPr lang="he-IL" noProof="0"/>
          </a:p>
        </p:txBody>
      </p:sp>
      <p:sp>
        <p:nvSpPr>
          <p:cNvPr id="5" name="Footer Placeholder 4"/>
          <p:cNvSpPr>
            <a:spLocks noGrp="1"/>
          </p:cNvSpPr>
          <p:nvPr>
            <p:ph type="ftr" sz="quarter" idx="11"/>
          </p:nvPr>
        </p:nvSpPr>
        <p:spPr/>
        <p:txBody>
          <a:bodyPr/>
          <a:lstStyle/>
          <a:p>
            <a:r>
              <a:rPr lang="he-IL"/>
              <a:t>פרויקט מס' 217</a:t>
            </a:r>
            <a:endParaRPr lang="he-IL" dirty="0"/>
          </a:p>
        </p:txBody>
      </p:sp>
      <p:sp>
        <p:nvSpPr>
          <p:cNvPr id="6" name="Slide Number Placeholder 5"/>
          <p:cNvSpPr>
            <a:spLocks noGrp="1"/>
          </p:cNvSpPr>
          <p:nvPr>
            <p:ph type="sldNum" sz="quarter" idx="12"/>
          </p:nvPr>
        </p:nvSpPr>
        <p:spPr>
          <a:xfrm>
            <a:off x="10951856" y="5867131"/>
            <a:ext cx="551167" cy="365125"/>
          </a:xfrm>
        </p:spPr>
        <p:txBody>
          <a:bodyPr/>
          <a:lstStyle/>
          <a:p>
            <a:fld id="{4FAB73BC-B049-4115-A692-8D63A059BFB8}" type="slidenum">
              <a:rPr lang="he-IL" noProof="0" smtClean="0"/>
              <a:pPr/>
              <a:t>‹#›</a:t>
            </a:fld>
            <a:endParaRPr lang="he-IL" noProof="0"/>
          </a:p>
        </p:txBody>
      </p:sp>
    </p:spTree>
    <p:extLst>
      <p:ext uri="{BB962C8B-B14F-4D97-AF65-F5344CB8AC3E}">
        <p14:creationId xmlns:p14="http://schemas.microsoft.com/office/powerpoint/2010/main" val="16065264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990BC9-F267-46C2-B554-D063B6431BED}" type="datetime1">
              <a:rPr lang="he-IL" noProof="0" smtClean="0"/>
              <a:t>ח'/חשון/תשפ"ו</a:t>
            </a:fld>
            <a:endParaRPr lang="he-IL" noProof="0"/>
          </a:p>
        </p:txBody>
      </p:sp>
      <p:sp>
        <p:nvSpPr>
          <p:cNvPr id="5" name="Footer Placeholder 4"/>
          <p:cNvSpPr>
            <a:spLocks noGrp="1"/>
          </p:cNvSpPr>
          <p:nvPr>
            <p:ph type="ftr" sz="quarter" idx="11"/>
          </p:nvPr>
        </p:nvSpPr>
        <p:spPr/>
        <p:txBody>
          <a:bodyPr/>
          <a:lstStyle/>
          <a:p>
            <a:r>
              <a:rPr lang="he-IL"/>
              <a:t>פרויקט מס' 217</a:t>
            </a:r>
            <a:endParaRPr lang="he-IL" dirty="0"/>
          </a:p>
        </p:txBody>
      </p:sp>
      <p:sp>
        <p:nvSpPr>
          <p:cNvPr id="6" name="Slide Number Placeholder 5"/>
          <p:cNvSpPr>
            <a:spLocks noGrp="1"/>
          </p:cNvSpPr>
          <p:nvPr>
            <p:ph type="sldNum" sz="quarter" idx="12"/>
          </p:nvPr>
        </p:nvSpPr>
        <p:spPr/>
        <p:txBody>
          <a:bodyPr/>
          <a:lstStyle/>
          <a:p>
            <a:fld id="{4FAB73BC-B049-4115-A692-8D63A059BFB8}" type="slidenum">
              <a:rPr lang="he-IL" noProof="0" smtClean="0"/>
              <a:pPr/>
              <a:t>‹#›</a:t>
            </a:fld>
            <a:endParaRPr lang="he-IL" noProof="0"/>
          </a:p>
        </p:txBody>
      </p:sp>
    </p:spTree>
    <p:extLst>
      <p:ext uri="{BB962C8B-B14F-4D97-AF65-F5344CB8AC3E}">
        <p14:creationId xmlns:p14="http://schemas.microsoft.com/office/powerpoint/2010/main" val="2717680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DFAEF6-16EF-499C-AC57-B7252FFF0AA0}" type="datetime1">
              <a:rPr lang="he-IL" noProof="0" smtClean="0"/>
              <a:t>ח'/חשון/תשפ"ו</a:t>
            </a:fld>
            <a:endParaRPr lang="he-IL" noProof="0"/>
          </a:p>
        </p:txBody>
      </p:sp>
      <p:sp>
        <p:nvSpPr>
          <p:cNvPr id="6" name="Footer Placeholder 5"/>
          <p:cNvSpPr>
            <a:spLocks noGrp="1"/>
          </p:cNvSpPr>
          <p:nvPr>
            <p:ph type="ftr" sz="quarter" idx="11"/>
          </p:nvPr>
        </p:nvSpPr>
        <p:spPr/>
        <p:txBody>
          <a:bodyPr/>
          <a:lstStyle/>
          <a:p>
            <a:r>
              <a:rPr lang="he-IL"/>
              <a:t>פרויקט מס' 217</a:t>
            </a:r>
            <a:endParaRPr lang="he-IL" dirty="0"/>
          </a:p>
        </p:txBody>
      </p:sp>
      <p:sp>
        <p:nvSpPr>
          <p:cNvPr id="7" name="Slide Number Placeholder 6"/>
          <p:cNvSpPr>
            <a:spLocks noGrp="1"/>
          </p:cNvSpPr>
          <p:nvPr>
            <p:ph type="sldNum" sz="quarter" idx="12"/>
          </p:nvPr>
        </p:nvSpPr>
        <p:spPr/>
        <p:txBody>
          <a:bodyPr/>
          <a:lstStyle/>
          <a:p>
            <a:fld id="{4FAB73BC-B049-4115-A692-8D63A059BFB8}" type="slidenum">
              <a:rPr lang="he-IL" noProof="0" smtClean="0"/>
              <a:pPr/>
              <a:t>‹#›</a:t>
            </a:fld>
            <a:endParaRPr lang="he-IL" noProof="0"/>
          </a:p>
        </p:txBody>
      </p:sp>
    </p:spTree>
    <p:extLst>
      <p:ext uri="{BB962C8B-B14F-4D97-AF65-F5344CB8AC3E}">
        <p14:creationId xmlns:p14="http://schemas.microsoft.com/office/powerpoint/2010/main" val="31586104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EFA5EE0-7E0B-440E-B2FF-367943958566}" type="datetime1">
              <a:rPr lang="he-IL" noProof="0" smtClean="0"/>
              <a:t>ח'/חשון/תשפ"ו</a:t>
            </a:fld>
            <a:endParaRPr lang="he-IL" noProof="0"/>
          </a:p>
        </p:txBody>
      </p:sp>
      <p:sp>
        <p:nvSpPr>
          <p:cNvPr id="8" name="Footer Placeholder 7"/>
          <p:cNvSpPr>
            <a:spLocks noGrp="1"/>
          </p:cNvSpPr>
          <p:nvPr>
            <p:ph type="ftr" sz="quarter" idx="11"/>
          </p:nvPr>
        </p:nvSpPr>
        <p:spPr/>
        <p:txBody>
          <a:bodyPr/>
          <a:lstStyle/>
          <a:p>
            <a:r>
              <a:rPr lang="he-IL"/>
              <a:t>פרויקט מס' 217</a:t>
            </a:r>
            <a:endParaRPr lang="he-IL" dirty="0"/>
          </a:p>
        </p:txBody>
      </p:sp>
      <p:sp>
        <p:nvSpPr>
          <p:cNvPr id="9" name="Slide Number Placeholder 8"/>
          <p:cNvSpPr>
            <a:spLocks noGrp="1"/>
          </p:cNvSpPr>
          <p:nvPr>
            <p:ph type="sldNum" sz="quarter" idx="12"/>
          </p:nvPr>
        </p:nvSpPr>
        <p:spPr/>
        <p:txBody>
          <a:bodyPr/>
          <a:lstStyle/>
          <a:p>
            <a:fld id="{4FAB73BC-B049-4115-A692-8D63A059BFB8}" type="slidenum">
              <a:rPr lang="he-IL" noProof="0" smtClean="0"/>
              <a:pPr/>
              <a:t>‹#›</a:t>
            </a:fld>
            <a:endParaRPr lang="he-IL" noProof="0"/>
          </a:p>
        </p:txBody>
      </p:sp>
    </p:spTree>
    <p:extLst>
      <p:ext uri="{BB962C8B-B14F-4D97-AF65-F5344CB8AC3E}">
        <p14:creationId xmlns:p14="http://schemas.microsoft.com/office/powerpoint/2010/main" val="16511114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A474D1-2414-44B4-8134-BBC19448C04A}" type="datetime1">
              <a:rPr lang="he-IL" noProof="0" smtClean="0"/>
              <a:t>ח'/חשון/תשפ"ו</a:t>
            </a:fld>
            <a:endParaRPr lang="he-IL" noProof="0"/>
          </a:p>
        </p:txBody>
      </p:sp>
      <p:sp>
        <p:nvSpPr>
          <p:cNvPr id="4" name="Footer Placeholder 3"/>
          <p:cNvSpPr>
            <a:spLocks noGrp="1"/>
          </p:cNvSpPr>
          <p:nvPr>
            <p:ph type="ftr" sz="quarter" idx="11"/>
          </p:nvPr>
        </p:nvSpPr>
        <p:spPr/>
        <p:txBody>
          <a:bodyPr/>
          <a:lstStyle/>
          <a:p>
            <a:r>
              <a:rPr lang="he-IL"/>
              <a:t>פרויקט מס' 217</a:t>
            </a:r>
            <a:endParaRPr lang="he-IL" dirty="0"/>
          </a:p>
        </p:txBody>
      </p:sp>
      <p:sp>
        <p:nvSpPr>
          <p:cNvPr id="5" name="Slide Number Placeholder 4"/>
          <p:cNvSpPr>
            <a:spLocks noGrp="1"/>
          </p:cNvSpPr>
          <p:nvPr>
            <p:ph type="sldNum" sz="quarter" idx="12"/>
          </p:nvPr>
        </p:nvSpPr>
        <p:spPr/>
        <p:txBody>
          <a:bodyPr/>
          <a:lstStyle/>
          <a:p>
            <a:fld id="{4FAB73BC-B049-4115-A692-8D63A059BFB8}" type="slidenum">
              <a:rPr lang="he-IL" noProof="0" smtClean="0"/>
              <a:pPr/>
              <a:t>‹#›</a:t>
            </a:fld>
            <a:endParaRPr lang="he-IL" noProof="0"/>
          </a:p>
        </p:txBody>
      </p:sp>
    </p:spTree>
    <p:extLst>
      <p:ext uri="{BB962C8B-B14F-4D97-AF65-F5344CB8AC3E}">
        <p14:creationId xmlns:p14="http://schemas.microsoft.com/office/powerpoint/2010/main" val="14020394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E07657-6CF3-4CDA-BC69-6CA84FD1B223}" type="datetime1">
              <a:rPr lang="he-IL" noProof="0" smtClean="0"/>
              <a:t>ח'/חשון/תשפ"ו</a:t>
            </a:fld>
            <a:endParaRPr lang="he-IL" noProof="0"/>
          </a:p>
        </p:txBody>
      </p:sp>
      <p:sp>
        <p:nvSpPr>
          <p:cNvPr id="3" name="Footer Placeholder 2"/>
          <p:cNvSpPr>
            <a:spLocks noGrp="1"/>
          </p:cNvSpPr>
          <p:nvPr>
            <p:ph type="ftr" sz="quarter" idx="11"/>
          </p:nvPr>
        </p:nvSpPr>
        <p:spPr/>
        <p:txBody>
          <a:bodyPr/>
          <a:lstStyle/>
          <a:p>
            <a:r>
              <a:rPr lang="he-IL"/>
              <a:t>פרויקט מס' 217</a:t>
            </a:r>
            <a:endParaRPr lang="he-IL" dirty="0"/>
          </a:p>
        </p:txBody>
      </p:sp>
      <p:sp>
        <p:nvSpPr>
          <p:cNvPr id="4" name="Slide Number Placeholder 3"/>
          <p:cNvSpPr>
            <a:spLocks noGrp="1"/>
          </p:cNvSpPr>
          <p:nvPr>
            <p:ph type="sldNum" sz="quarter" idx="12"/>
          </p:nvPr>
        </p:nvSpPr>
        <p:spPr/>
        <p:txBody>
          <a:bodyPr/>
          <a:lstStyle/>
          <a:p>
            <a:fld id="{4FAB73BC-B049-4115-A692-8D63A059BFB8}" type="slidenum">
              <a:rPr lang="he-IL" noProof="0" smtClean="0"/>
              <a:pPr/>
              <a:t>‹#›</a:t>
            </a:fld>
            <a:endParaRPr lang="he-IL" noProof="0"/>
          </a:p>
        </p:txBody>
      </p:sp>
    </p:spTree>
    <p:extLst>
      <p:ext uri="{BB962C8B-B14F-4D97-AF65-F5344CB8AC3E}">
        <p14:creationId xmlns:p14="http://schemas.microsoft.com/office/powerpoint/2010/main" val="8230585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55146E-AEAF-442C-BF9B-3035651E3D97}" type="datetime1">
              <a:rPr lang="he-IL" noProof="0" smtClean="0"/>
              <a:t>ח'/חשון/תשפ"ו</a:t>
            </a:fld>
            <a:endParaRPr lang="he-IL" noProof="0"/>
          </a:p>
        </p:txBody>
      </p:sp>
      <p:sp>
        <p:nvSpPr>
          <p:cNvPr id="6" name="Footer Placeholder 5"/>
          <p:cNvSpPr>
            <a:spLocks noGrp="1"/>
          </p:cNvSpPr>
          <p:nvPr>
            <p:ph type="ftr" sz="quarter" idx="11"/>
          </p:nvPr>
        </p:nvSpPr>
        <p:spPr/>
        <p:txBody>
          <a:bodyPr/>
          <a:lstStyle/>
          <a:p>
            <a:r>
              <a:rPr lang="he-IL"/>
              <a:t>פרויקט מס' 217</a:t>
            </a:r>
            <a:endParaRPr lang="he-IL" dirty="0"/>
          </a:p>
        </p:txBody>
      </p:sp>
      <p:sp>
        <p:nvSpPr>
          <p:cNvPr id="7" name="Slide Number Placeholder 6"/>
          <p:cNvSpPr>
            <a:spLocks noGrp="1"/>
          </p:cNvSpPr>
          <p:nvPr>
            <p:ph type="sldNum" sz="quarter" idx="12"/>
          </p:nvPr>
        </p:nvSpPr>
        <p:spPr/>
        <p:txBody>
          <a:bodyPr/>
          <a:lstStyle/>
          <a:p>
            <a:fld id="{4FAB73BC-B049-4115-A692-8D63A059BFB8}" type="slidenum">
              <a:rPr lang="he-IL" noProof="0" smtClean="0"/>
              <a:pPr/>
              <a:t>‹#›</a:t>
            </a:fld>
            <a:endParaRPr lang="he-IL" noProof="0"/>
          </a:p>
        </p:txBody>
      </p:sp>
    </p:spTree>
    <p:extLst>
      <p:ext uri="{BB962C8B-B14F-4D97-AF65-F5344CB8AC3E}">
        <p14:creationId xmlns:p14="http://schemas.microsoft.com/office/powerpoint/2010/main" val="23419175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69BD82-EFBE-4993-A0F5-D50536CC0E4E}" type="datetime1">
              <a:rPr lang="he-IL" noProof="0" smtClean="0"/>
              <a:t>ח'/חשון/תשפ"ו</a:t>
            </a:fld>
            <a:endParaRPr lang="he-IL" noProof="0"/>
          </a:p>
        </p:txBody>
      </p:sp>
      <p:sp>
        <p:nvSpPr>
          <p:cNvPr id="6" name="Footer Placeholder 5"/>
          <p:cNvSpPr>
            <a:spLocks noGrp="1"/>
          </p:cNvSpPr>
          <p:nvPr>
            <p:ph type="ftr" sz="quarter" idx="11"/>
          </p:nvPr>
        </p:nvSpPr>
        <p:spPr/>
        <p:txBody>
          <a:bodyPr/>
          <a:lstStyle/>
          <a:p>
            <a:r>
              <a:rPr lang="he-IL"/>
              <a:t>פרויקט מס' 217</a:t>
            </a:r>
            <a:endParaRPr lang="he-IL" dirty="0"/>
          </a:p>
        </p:txBody>
      </p:sp>
      <p:sp>
        <p:nvSpPr>
          <p:cNvPr id="7" name="Slide Number Placeholder 6"/>
          <p:cNvSpPr>
            <a:spLocks noGrp="1"/>
          </p:cNvSpPr>
          <p:nvPr>
            <p:ph type="sldNum" sz="quarter" idx="12"/>
          </p:nvPr>
        </p:nvSpPr>
        <p:spPr/>
        <p:txBody>
          <a:bodyPr/>
          <a:lstStyle/>
          <a:p>
            <a:fld id="{4FAB73BC-B049-4115-A692-8D63A059BFB8}" type="slidenum">
              <a:rPr lang="he-IL" noProof="0" smtClean="0"/>
              <a:pPr/>
              <a:t>‹#›</a:t>
            </a:fld>
            <a:endParaRPr lang="he-IL" noProof="0"/>
          </a:p>
        </p:txBody>
      </p:sp>
    </p:spTree>
    <p:extLst>
      <p:ext uri="{BB962C8B-B14F-4D97-AF65-F5344CB8AC3E}">
        <p14:creationId xmlns:p14="http://schemas.microsoft.com/office/powerpoint/2010/main" val="35349342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2649F5-B2F4-4C81-BADB-DF99DB13167F}" type="datetime1">
              <a:rPr lang="he-IL" noProof="0" smtClean="0"/>
              <a:t>ח'/חשון/תשפ"ו</a:t>
            </a:fld>
            <a:endParaRPr lang="he-IL" noProof="0"/>
          </a:p>
        </p:txBody>
      </p:sp>
      <p:sp>
        <p:nvSpPr>
          <p:cNvPr id="6" name="Footer Placeholder 5"/>
          <p:cNvSpPr>
            <a:spLocks noGrp="1"/>
          </p:cNvSpPr>
          <p:nvPr>
            <p:ph type="ftr" sz="quarter" idx="11"/>
          </p:nvPr>
        </p:nvSpPr>
        <p:spPr/>
        <p:txBody>
          <a:bodyPr/>
          <a:lstStyle/>
          <a:p>
            <a:r>
              <a:rPr lang="he-IL"/>
              <a:t>פרויקט מס' 217</a:t>
            </a:r>
            <a:endParaRPr lang="he-IL" dirty="0"/>
          </a:p>
        </p:txBody>
      </p:sp>
      <p:sp>
        <p:nvSpPr>
          <p:cNvPr id="7" name="Slide Number Placeholder 6"/>
          <p:cNvSpPr>
            <a:spLocks noGrp="1"/>
          </p:cNvSpPr>
          <p:nvPr>
            <p:ph type="sldNum" sz="quarter" idx="12"/>
          </p:nvPr>
        </p:nvSpPr>
        <p:spPr/>
        <p:txBody>
          <a:bodyPr/>
          <a:lstStyle/>
          <a:p>
            <a:fld id="{4FAB73BC-B049-4115-A692-8D63A059BFB8}" type="slidenum">
              <a:rPr lang="he-IL" noProof="0" smtClean="0"/>
              <a:pPr/>
              <a:t>‹#›</a:t>
            </a:fld>
            <a:endParaRPr lang="he-IL" noProof="0"/>
          </a:p>
        </p:txBody>
      </p:sp>
    </p:spTree>
    <p:extLst>
      <p:ext uri="{BB962C8B-B14F-4D97-AF65-F5344CB8AC3E}">
        <p14:creationId xmlns:p14="http://schemas.microsoft.com/office/powerpoint/2010/main" val="22651664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E4A8A9-F271-4BDF-B64A-ED0F6017F836}" type="datetime1">
              <a:rPr lang="he-IL" noProof="0" smtClean="0"/>
              <a:t>ח'/חשון/תשפ"ו</a:t>
            </a:fld>
            <a:endParaRPr lang="he-IL" noProof="0"/>
          </a:p>
        </p:txBody>
      </p:sp>
      <p:sp>
        <p:nvSpPr>
          <p:cNvPr id="5" name="Footer Placeholder 4"/>
          <p:cNvSpPr>
            <a:spLocks noGrp="1"/>
          </p:cNvSpPr>
          <p:nvPr>
            <p:ph type="ftr" sz="quarter" idx="11"/>
          </p:nvPr>
        </p:nvSpPr>
        <p:spPr/>
        <p:txBody>
          <a:bodyPr/>
          <a:lstStyle/>
          <a:p>
            <a:r>
              <a:rPr lang="he-IL"/>
              <a:t>פרויקט מס' 217</a:t>
            </a:r>
            <a:endParaRPr lang="he-IL" dirty="0"/>
          </a:p>
        </p:txBody>
      </p:sp>
      <p:sp>
        <p:nvSpPr>
          <p:cNvPr id="6" name="Slide Number Placeholder 5"/>
          <p:cNvSpPr>
            <a:spLocks noGrp="1"/>
          </p:cNvSpPr>
          <p:nvPr>
            <p:ph type="sldNum" sz="quarter" idx="12"/>
          </p:nvPr>
        </p:nvSpPr>
        <p:spPr/>
        <p:txBody>
          <a:bodyPr/>
          <a:lstStyle/>
          <a:p>
            <a:fld id="{4FAB73BC-B049-4115-A692-8D63A059BFB8}" type="slidenum">
              <a:rPr lang="he-IL" noProof="0" smtClean="0"/>
              <a:pPr/>
              <a:t>‹#›</a:t>
            </a:fld>
            <a:endParaRPr lang="he-IL" noProof="0"/>
          </a:p>
        </p:txBody>
      </p:sp>
    </p:spTree>
    <p:extLst>
      <p:ext uri="{BB962C8B-B14F-4D97-AF65-F5344CB8AC3E}">
        <p14:creationId xmlns:p14="http://schemas.microsoft.com/office/powerpoint/2010/main" val="28995006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E9C13F-C848-45A7-ABA8-DBA65E1A2416}" type="datetime1">
              <a:rPr lang="he-IL" noProof="0" smtClean="0"/>
              <a:t>ח'/חשון/תשפ"ו</a:t>
            </a:fld>
            <a:endParaRPr lang="he-IL" noProof="0"/>
          </a:p>
        </p:txBody>
      </p:sp>
      <p:sp>
        <p:nvSpPr>
          <p:cNvPr id="5" name="Footer Placeholder 4"/>
          <p:cNvSpPr>
            <a:spLocks noGrp="1"/>
          </p:cNvSpPr>
          <p:nvPr>
            <p:ph type="ftr" sz="quarter" idx="11"/>
          </p:nvPr>
        </p:nvSpPr>
        <p:spPr/>
        <p:txBody>
          <a:bodyPr/>
          <a:lstStyle/>
          <a:p>
            <a:r>
              <a:rPr lang="he-IL"/>
              <a:t>פרויקט מס' 217</a:t>
            </a:r>
            <a:endParaRPr lang="he-IL" dirty="0"/>
          </a:p>
        </p:txBody>
      </p:sp>
      <p:sp>
        <p:nvSpPr>
          <p:cNvPr id="6" name="Slide Number Placeholder 5"/>
          <p:cNvSpPr>
            <a:spLocks noGrp="1"/>
          </p:cNvSpPr>
          <p:nvPr>
            <p:ph type="sldNum" sz="quarter" idx="12"/>
          </p:nvPr>
        </p:nvSpPr>
        <p:spPr/>
        <p:txBody>
          <a:bodyPr/>
          <a:lstStyle/>
          <a:p>
            <a:fld id="{4FAB73BC-B049-4115-A692-8D63A059BFB8}" type="slidenum">
              <a:rPr lang="he-IL" noProof="0" smtClean="0"/>
              <a:pPr/>
              <a:t>‹#›</a:t>
            </a:fld>
            <a:endParaRPr lang="he-IL" noProof="0"/>
          </a:p>
        </p:txBody>
      </p:sp>
    </p:spTree>
    <p:extLst>
      <p:ext uri="{BB962C8B-B14F-4D97-AF65-F5344CB8AC3E}">
        <p14:creationId xmlns:p14="http://schemas.microsoft.com/office/powerpoint/2010/main" val="31939183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276F7E-B9EE-4B4D-AEF9-028818CCE8D2}" type="datetime1">
              <a:rPr lang="he-IL" noProof="0" smtClean="0"/>
              <a:t>ח'/חשון/תשפ"ו</a:t>
            </a:fld>
            <a:endParaRPr lang="he-IL" noProof="0"/>
          </a:p>
        </p:txBody>
      </p:sp>
      <p:sp>
        <p:nvSpPr>
          <p:cNvPr id="5" name="Footer Placeholder 4"/>
          <p:cNvSpPr>
            <a:spLocks noGrp="1"/>
          </p:cNvSpPr>
          <p:nvPr>
            <p:ph type="ftr" sz="quarter" idx="11"/>
          </p:nvPr>
        </p:nvSpPr>
        <p:spPr/>
        <p:txBody>
          <a:bodyPr/>
          <a:lstStyle/>
          <a:p>
            <a:r>
              <a:rPr lang="he-IL"/>
              <a:t>פרויקט מס' 217</a:t>
            </a:r>
            <a:endParaRPr lang="he-IL" dirty="0"/>
          </a:p>
        </p:txBody>
      </p:sp>
      <p:sp>
        <p:nvSpPr>
          <p:cNvPr id="6" name="Slide Number Placeholder 5"/>
          <p:cNvSpPr>
            <a:spLocks noGrp="1"/>
          </p:cNvSpPr>
          <p:nvPr>
            <p:ph type="sldNum" sz="quarter" idx="12"/>
          </p:nvPr>
        </p:nvSpPr>
        <p:spPr/>
        <p:txBody>
          <a:bodyPr/>
          <a:lstStyle/>
          <a:p>
            <a:fld id="{4FAB73BC-B049-4115-A692-8D63A059BFB8}" type="slidenum">
              <a:rPr lang="he-IL" noProof="0" smtClean="0"/>
              <a:pPr/>
              <a:t>‹#›</a:t>
            </a:fld>
            <a:endParaRPr lang="he-IL" noProof="0"/>
          </a:p>
        </p:txBody>
      </p:sp>
    </p:spTree>
    <p:extLst>
      <p:ext uri="{BB962C8B-B14F-4D97-AF65-F5344CB8AC3E}">
        <p14:creationId xmlns:p14="http://schemas.microsoft.com/office/powerpoint/2010/main" val="25189853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647577-2A33-406E-A17C-A1836DDA3192}" type="datetime1">
              <a:rPr lang="he-IL" noProof="0" smtClean="0"/>
              <a:t>ח'/חשון/תשפ"ו</a:t>
            </a:fld>
            <a:endParaRPr lang="he-IL" noProof="0"/>
          </a:p>
        </p:txBody>
      </p:sp>
      <p:sp>
        <p:nvSpPr>
          <p:cNvPr id="5" name="Footer Placeholder 4"/>
          <p:cNvSpPr>
            <a:spLocks noGrp="1"/>
          </p:cNvSpPr>
          <p:nvPr>
            <p:ph type="ftr" sz="quarter" idx="11"/>
          </p:nvPr>
        </p:nvSpPr>
        <p:spPr/>
        <p:txBody>
          <a:bodyPr/>
          <a:lstStyle/>
          <a:p>
            <a:r>
              <a:rPr lang="he-IL"/>
              <a:t>פרויקט מס' 217</a:t>
            </a:r>
            <a:endParaRPr lang="he-IL" dirty="0"/>
          </a:p>
        </p:txBody>
      </p:sp>
      <p:sp>
        <p:nvSpPr>
          <p:cNvPr id="6" name="Slide Number Placeholder 5"/>
          <p:cNvSpPr>
            <a:spLocks noGrp="1"/>
          </p:cNvSpPr>
          <p:nvPr>
            <p:ph type="sldNum" sz="quarter" idx="12"/>
          </p:nvPr>
        </p:nvSpPr>
        <p:spPr/>
        <p:txBody>
          <a:bodyPr/>
          <a:lstStyle/>
          <a:p>
            <a:fld id="{4FAB73BC-B049-4115-A692-8D63A059BFB8}" type="slidenum">
              <a:rPr lang="he-IL" noProof="0" smtClean="0"/>
              <a:pPr/>
              <a:t>‹#›</a:t>
            </a:fld>
            <a:endParaRPr lang="he-IL" noProof="0"/>
          </a:p>
        </p:txBody>
      </p:sp>
    </p:spTree>
    <p:extLst>
      <p:ext uri="{BB962C8B-B14F-4D97-AF65-F5344CB8AC3E}">
        <p14:creationId xmlns:p14="http://schemas.microsoft.com/office/powerpoint/2010/main" val="272913909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FB4109-A9A3-4704-888E-9FDA0B33290B}" type="datetime1">
              <a:rPr lang="he-IL" noProof="0" smtClean="0"/>
              <a:t>ח'/חשון/תשפ"ו</a:t>
            </a:fld>
            <a:endParaRPr lang="he-IL" noProof="0"/>
          </a:p>
        </p:txBody>
      </p:sp>
      <p:sp>
        <p:nvSpPr>
          <p:cNvPr id="5" name="Footer Placeholder 4"/>
          <p:cNvSpPr>
            <a:spLocks noGrp="1"/>
          </p:cNvSpPr>
          <p:nvPr>
            <p:ph type="ftr" sz="quarter" idx="11"/>
          </p:nvPr>
        </p:nvSpPr>
        <p:spPr/>
        <p:txBody>
          <a:bodyPr/>
          <a:lstStyle/>
          <a:p>
            <a:r>
              <a:rPr lang="he-IL"/>
              <a:t>פרויקט מס' 217</a:t>
            </a:r>
            <a:endParaRPr lang="he-IL" dirty="0"/>
          </a:p>
        </p:txBody>
      </p:sp>
      <p:sp>
        <p:nvSpPr>
          <p:cNvPr id="6" name="Slide Number Placeholder 5"/>
          <p:cNvSpPr>
            <a:spLocks noGrp="1"/>
          </p:cNvSpPr>
          <p:nvPr>
            <p:ph type="sldNum" sz="quarter" idx="12"/>
          </p:nvPr>
        </p:nvSpPr>
        <p:spPr/>
        <p:txBody>
          <a:bodyPr/>
          <a:lstStyle/>
          <a:p>
            <a:fld id="{4FAB73BC-B049-4115-A692-8D63A059BFB8}" type="slidenum">
              <a:rPr lang="he-IL" noProof="0" smtClean="0"/>
              <a:pPr/>
              <a:t>‹#›</a:t>
            </a:fld>
            <a:endParaRPr lang="he-IL" noProof="0"/>
          </a:p>
        </p:txBody>
      </p:sp>
    </p:spTree>
    <p:extLst>
      <p:ext uri="{BB962C8B-B14F-4D97-AF65-F5344CB8AC3E}">
        <p14:creationId xmlns:p14="http://schemas.microsoft.com/office/powerpoint/2010/main" val="153251526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9210BA-8EE0-4A9E-A141-0E57134F8510}" type="datetime1">
              <a:rPr lang="he-IL" noProof="0" smtClean="0"/>
              <a:t>ח'/חשון/תשפ"ו</a:t>
            </a:fld>
            <a:endParaRPr lang="he-IL" noProof="0"/>
          </a:p>
        </p:txBody>
      </p:sp>
      <p:sp>
        <p:nvSpPr>
          <p:cNvPr id="5" name="Footer Placeholder 4"/>
          <p:cNvSpPr>
            <a:spLocks noGrp="1"/>
          </p:cNvSpPr>
          <p:nvPr>
            <p:ph type="ftr" sz="quarter" idx="11"/>
          </p:nvPr>
        </p:nvSpPr>
        <p:spPr/>
        <p:txBody>
          <a:bodyPr/>
          <a:lstStyle/>
          <a:p>
            <a:r>
              <a:rPr lang="he-IL"/>
              <a:t>פרויקט מס' 217</a:t>
            </a:r>
            <a:endParaRPr lang="he-IL" dirty="0"/>
          </a:p>
        </p:txBody>
      </p:sp>
      <p:sp>
        <p:nvSpPr>
          <p:cNvPr id="6" name="Slide Number Placeholder 5"/>
          <p:cNvSpPr>
            <a:spLocks noGrp="1"/>
          </p:cNvSpPr>
          <p:nvPr>
            <p:ph type="sldNum" sz="quarter" idx="12"/>
          </p:nvPr>
        </p:nvSpPr>
        <p:spPr/>
        <p:txBody>
          <a:bodyPr/>
          <a:lstStyle/>
          <a:p>
            <a:fld id="{4FAB73BC-B049-4115-A692-8D63A059BFB8}" type="slidenum">
              <a:rPr lang="he-IL" noProof="0" smtClean="0"/>
              <a:pPr/>
              <a:t>‹#›</a:t>
            </a:fld>
            <a:endParaRPr lang="he-IL" noProof="0"/>
          </a:p>
        </p:txBody>
      </p:sp>
    </p:spTree>
    <p:extLst>
      <p:ext uri="{BB962C8B-B14F-4D97-AF65-F5344CB8AC3E}">
        <p14:creationId xmlns:p14="http://schemas.microsoft.com/office/powerpoint/2010/main" val="106505580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5DFF7F-1739-4D29-A466-0B35117E3FDC}" type="datetime1">
              <a:rPr lang="he-IL" noProof="0" smtClean="0"/>
              <a:t>ח'/חשון/תשפ"ו</a:t>
            </a:fld>
            <a:endParaRPr lang="he-IL" noProof="0"/>
          </a:p>
        </p:txBody>
      </p:sp>
      <p:sp>
        <p:nvSpPr>
          <p:cNvPr id="5" name="Footer Placeholder 4"/>
          <p:cNvSpPr>
            <a:spLocks noGrp="1"/>
          </p:cNvSpPr>
          <p:nvPr>
            <p:ph type="ftr" sz="quarter" idx="11"/>
          </p:nvPr>
        </p:nvSpPr>
        <p:spPr/>
        <p:txBody>
          <a:bodyPr/>
          <a:lstStyle/>
          <a:p>
            <a:r>
              <a:rPr lang="he-IL"/>
              <a:t>פרויקט מס' 217</a:t>
            </a:r>
            <a:endParaRPr lang="he-IL" dirty="0"/>
          </a:p>
        </p:txBody>
      </p:sp>
      <p:sp>
        <p:nvSpPr>
          <p:cNvPr id="6" name="Slide Number Placeholder 5"/>
          <p:cNvSpPr>
            <a:spLocks noGrp="1"/>
          </p:cNvSpPr>
          <p:nvPr>
            <p:ph type="sldNum" sz="quarter" idx="12"/>
          </p:nvPr>
        </p:nvSpPr>
        <p:spPr/>
        <p:txBody>
          <a:bodyPr/>
          <a:lstStyle/>
          <a:p>
            <a:fld id="{4FAB73BC-B049-4115-A692-8D63A059BFB8}" type="slidenum">
              <a:rPr lang="he-IL" noProof="0" smtClean="0"/>
              <a:pPr/>
              <a:t>‹#›</a:t>
            </a:fld>
            <a:endParaRPr lang="he-IL" noProof="0"/>
          </a:p>
        </p:txBody>
      </p:sp>
    </p:spTree>
    <p:extLst>
      <p:ext uri="{BB962C8B-B14F-4D97-AF65-F5344CB8AC3E}">
        <p14:creationId xmlns:p14="http://schemas.microsoft.com/office/powerpoint/2010/main" val="15769374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flipH="1">
            <a:off x="1447800" y="585216"/>
            <a:ext cx="9720072" cy="1499616"/>
          </a:xfrm>
          <a:prstGeom prst="rect">
            <a:avLst/>
          </a:prstGeom>
        </p:spPr>
        <p:txBody>
          <a:bodyPr vert="horz" lIns="91440" tIns="45720" rIns="91440" bIns="45720" rtlCol="1" anchor="ctr">
            <a:normAutofit/>
          </a:bodyPr>
          <a:lstStyle/>
          <a:p>
            <a:pPr rtl="1"/>
            <a:r>
              <a:rPr lang="he-IL" noProof="0"/>
              <a:t>לחץ כדי לערוך סגנון כותרת של תבנית בסיס</a:t>
            </a:r>
          </a:p>
        </p:txBody>
      </p:sp>
      <p:sp>
        <p:nvSpPr>
          <p:cNvPr id="3" name="מציין מיקום טקסט 2"/>
          <p:cNvSpPr>
            <a:spLocks noGrp="1"/>
          </p:cNvSpPr>
          <p:nvPr>
            <p:ph type="body" idx="1"/>
          </p:nvPr>
        </p:nvSpPr>
        <p:spPr>
          <a:xfrm flipH="1">
            <a:off x="1447799" y="2286000"/>
            <a:ext cx="9720073" cy="4023360"/>
          </a:xfrm>
          <a:prstGeom prst="rect">
            <a:avLst/>
          </a:prstGeom>
        </p:spPr>
        <p:txBody>
          <a:bodyPr vert="horz" lIns="45720" tIns="45720" rIns="45720" bIns="45720" rtlCol="1">
            <a:normAutofit/>
          </a:bodyPr>
          <a:lstStyle/>
          <a:p>
            <a:pPr lvl="0" rtl="1"/>
            <a:r>
              <a:rPr lang="he-IL" noProof="0"/>
              <a:t>לחץ כדי לערוך סגנונות טקסט של תבנית בסיס</a:t>
            </a:r>
          </a:p>
          <a:p>
            <a:pPr lvl="1" rtl="1"/>
            <a:r>
              <a:rPr lang="he-IL" noProof="0"/>
              <a:t>רמה שניה</a:t>
            </a:r>
          </a:p>
          <a:p>
            <a:pPr lvl="2" rtl="1"/>
            <a:r>
              <a:rPr lang="he-IL" noProof="0"/>
              <a:t>רמה שלישית</a:t>
            </a:r>
          </a:p>
          <a:p>
            <a:pPr lvl="3" rtl="1"/>
            <a:r>
              <a:rPr lang="he-IL" noProof="0"/>
              <a:t>רמה רביעית</a:t>
            </a:r>
          </a:p>
          <a:p>
            <a:pPr lvl="4" rtl="1"/>
            <a:r>
              <a:rPr lang="he-IL" noProof="0"/>
              <a:t>רמה חמישית</a:t>
            </a:r>
          </a:p>
        </p:txBody>
      </p:sp>
      <p:sp>
        <p:nvSpPr>
          <p:cNvPr id="4" name="מציין מיקום של תאריך 3"/>
          <p:cNvSpPr>
            <a:spLocks noGrp="1"/>
          </p:cNvSpPr>
          <p:nvPr>
            <p:ph type="dt" sz="half" idx="2"/>
          </p:nvPr>
        </p:nvSpPr>
        <p:spPr>
          <a:xfrm flipH="1">
            <a:off x="9013728" y="6470704"/>
            <a:ext cx="2154143" cy="274320"/>
          </a:xfrm>
          <a:prstGeom prst="rect">
            <a:avLst/>
          </a:prstGeom>
        </p:spPr>
        <p:txBody>
          <a:bodyPr vert="horz" lIns="91440" tIns="45720" rIns="91440" bIns="45720" rtlCol="1" anchor="ctr"/>
          <a:lstStyle>
            <a:lvl1pPr algn="r" rtl="1">
              <a:defRPr sz="1000">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defRPr>
            </a:lvl1pPr>
          </a:lstStyle>
          <a:p>
            <a:fld id="{8884A349-6D04-4A4B-A933-22212F6168B1}" type="datetime1">
              <a:rPr lang="he-IL" noProof="0" smtClean="0"/>
              <a:t>ח'/חשון/תשפ"ו</a:t>
            </a:fld>
            <a:endParaRPr lang="he-IL" noProof="0"/>
          </a:p>
        </p:txBody>
      </p:sp>
      <p:sp>
        <p:nvSpPr>
          <p:cNvPr id="5" name="מציין מיקום של כותרת תחתונה 4"/>
          <p:cNvSpPr>
            <a:spLocks noGrp="1"/>
          </p:cNvSpPr>
          <p:nvPr>
            <p:ph type="ftr" sz="quarter" idx="3"/>
          </p:nvPr>
        </p:nvSpPr>
        <p:spPr>
          <a:xfrm flipH="1">
            <a:off x="1447609" y="6470704"/>
            <a:ext cx="5901459" cy="274320"/>
          </a:xfrm>
          <a:prstGeom prst="rect">
            <a:avLst/>
          </a:prstGeom>
        </p:spPr>
        <p:txBody>
          <a:bodyPr vert="horz" lIns="91440" tIns="45720" rIns="91440" bIns="45720" rtlCol="1" anchor="ctr"/>
          <a:lstStyle>
            <a:lvl1pPr algn="l" rtl="1">
              <a:defRPr sz="1000" cap="all" baseline="0">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defRPr>
            </a:lvl1pPr>
          </a:lstStyle>
          <a:p>
            <a:r>
              <a:rPr lang="he-IL"/>
              <a:t>פרויקט מס' 217</a:t>
            </a:r>
            <a:endParaRPr lang="he-IL" dirty="0"/>
          </a:p>
        </p:txBody>
      </p:sp>
      <p:sp>
        <p:nvSpPr>
          <p:cNvPr id="6" name="מציין מיקום של מספר שקופית 5"/>
          <p:cNvSpPr>
            <a:spLocks noGrp="1"/>
          </p:cNvSpPr>
          <p:nvPr>
            <p:ph type="sldNum" sz="quarter" idx="4"/>
          </p:nvPr>
        </p:nvSpPr>
        <p:spPr>
          <a:xfrm flipH="1">
            <a:off x="381000" y="6470704"/>
            <a:ext cx="973667" cy="274320"/>
          </a:xfrm>
          <a:prstGeom prst="rect">
            <a:avLst/>
          </a:prstGeom>
        </p:spPr>
        <p:txBody>
          <a:bodyPr vert="horz" lIns="91440" tIns="45720" rIns="91440" bIns="45720" rtlCol="1" anchor="ctr"/>
          <a:lstStyle>
            <a:lvl1pPr algn="r" rtl="1">
              <a:defRPr sz="1000">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defRPr>
            </a:lvl1pPr>
          </a:lstStyle>
          <a:p>
            <a:fld id="{4FAB73BC-B049-4115-A692-8D63A059BFB8}" type="slidenum">
              <a:rPr lang="he-IL" noProof="0" smtClean="0"/>
              <a:pPr/>
              <a:t>‹#›</a:t>
            </a:fld>
            <a:endParaRPr lang="he-IL" noProof="0"/>
          </a:p>
        </p:txBody>
      </p:sp>
      <p:cxnSp>
        <p:nvCxnSpPr>
          <p:cNvPr id="7" name="מחבר ישר 6"/>
          <p:cNvCxnSpPr>
            <a:cxnSpLocks/>
          </p:cNvCxnSpPr>
          <p:nvPr/>
        </p:nvCxnSpPr>
        <p:spPr>
          <a:xfrm flipH="1" flipV="1">
            <a:off x="11430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hf sldNum="0" hdr="0" dt="0"/>
  <p:txStyles>
    <p:titleStyle>
      <a:lvl1pPr algn="r" defTabSz="914400" rtl="1" eaLnBrk="1" latinLnBrk="0" hangingPunct="1">
        <a:lnSpc>
          <a:spcPct val="80000"/>
        </a:lnSpc>
        <a:spcBef>
          <a:spcPct val="0"/>
        </a:spcBef>
        <a:buNone/>
        <a:defRPr sz="5000" kern="1200" cap="all" spc="100" baseline="0">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defRPr>
      </a:lvl1pPr>
    </p:titleStyle>
    <p:bodyStyle>
      <a:lvl1pPr marL="91440" indent="-91440" algn="r" defTabSz="914400" rtl="1"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265176" indent="-137160" algn="r" defTabSz="914400" rtl="1"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448056" indent="-137160" algn="r" defTabSz="914400" rtl="1"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594360" indent="-137160" algn="r" defTabSz="914400" rtl="1"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777240" indent="-137160" algn="r" defTabSz="914400" rtl="1"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914400" indent="-137160" algn="r" defTabSz="914400" rtl="1"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r" defTabSz="914400" rtl="1"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r" defTabSz="914400" rtl="1"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r" defTabSz="914400" rtl="1"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LID4096"/>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LID4096"/>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LID4096"/>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LID4096"/>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LID4096"/>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LID4096"/>
            </a:p>
          </p:txBody>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C4793A5-222D-411D-AA52-975A5B717193}" type="datetime1">
              <a:rPr lang="he-IL" noProof="0" smtClean="0"/>
              <a:t>ח'/חשון/תשפ"ו</a:t>
            </a:fld>
            <a:endParaRPr lang="he-IL" noProof="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he-IL"/>
              <a:t>פרויקט מס' 217</a:t>
            </a:r>
            <a:endParaRPr lang="he-IL"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FAB73BC-B049-4115-A692-8D63A059BFB8}" type="slidenum">
              <a:rPr lang="he-IL" noProof="0" smtClean="0"/>
              <a:pPr/>
              <a:t>‹#›</a:t>
            </a:fld>
            <a:endParaRPr lang="he-IL" noProof="0"/>
          </a:p>
        </p:txBody>
      </p:sp>
    </p:spTree>
    <p:extLst>
      <p:ext uri="{BB962C8B-B14F-4D97-AF65-F5344CB8AC3E}">
        <p14:creationId xmlns:p14="http://schemas.microsoft.com/office/powerpoint/2010/main" val="2488288387"/>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Lst>
  <p:hf sldNum="0" hd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31_5B8A9AB1.xml"/><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mordeLash/chat_bot_project/tree/main/Chatbot_App/Video%20Examples" TargetMode="Externa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מלבן 1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ChangeAspect="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endParaRPr lang="he-IL">
              <a:latin typeface="Tahoma" panose="020B0604030504040204" pitchFamily="34" charset="0"/>
              <a:ea typeface="Tahoma" panose="020B0604030504040204" pitchFamily="34" charset="0"/>
              <a:cs typeface="Tahoma" panose="020B0604030504040204" pitchFamily="34" charset="0"/>
            </a:endParaRPr>
          </a:p>
        </p:txBody>
      </p:sp>
      <p:pic>
        <p:nvPicPr>
          <p:cNvPr id="5" name="תמונה 4">
            <a:extLst>
              <a:ext uri="{FF2B5EF4-FFF2-40B4-BE49-F238E27FC236}">
                <a16:creationId xmlns:a16="http://schemas.microsoft.com/office/drawing/2014/main" id="{230BD1B1-AA22-48F1-B3ED-579CD284605D}"/>
              </a:ext>
              <a:ext uri="{C183D7F6-B498-43B3-948B-1728B52AA6E4}">
                <adec:decorative xmlns:adec="http://schemas.microsoft.com/office/drawing/2017/decorative" val="1"/>
              </a:ext>
            </a:extLst>
          </p:cNvPr>
          <p:cNvPicPr>
            <a:picLocks noChangeAspect="1"/>
          </p:cNvPicPr>
          <p:nvPr/>
        </p:nvPicPr>
        <p:blipFill rotWithShape="1">
          <a:blip r:embed="rId3"/>
          <a:srcRect r="52444" b="-1"/>
          <a:stretch/>
        </p:blipFill>
        <p:spPr>
          <a:xfrm flipH="1">
            <a:off x="20" y="0"/>
            <a:ext cx="12191980" cy="6858000"/>
          </a:xfrm>
          <a:prstGeom prst="rect">
            <a:avLst/>
          </a:prstGeom>
        </p:spPr>
      </p:pic>
      <p:sp>
        <p:nvSpPr>
          <p:cNvPr id="21" name="מלבן 2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ChangeAspect="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1" anchor="ctr"/>
          <a:lstStyle/>
          <a:p>
            <a:pPr algn="ctr" rtl="1"/>
            <a:endParaRPr lang="he-IL">
              <a:latin typeface="Tahoma" panose="020B0604030504040204" pitchFamily="34" charset="0"/>
              <a:ea typeface="Tahoma" panose="020B0604030504040204" pitchFamily="34" charset="0"/>
              <a:cs typeface="Tahoma" panose="020B0604030504040204" pitchFamily="34" charset="0"/>
            </a:endParaRPr>
          </a:p>
        </p:txBody>
      </p:sp>
      <p:sp>
        <p:nvSpPr>
          <p:cNvPr id="2" name="כותרת 1">
            <a:extLst>
              <a:ext uri="{FF2B5EF4-FFF2-40B4-BE49-F238E27FC236}">
                <a16:creationId xmlns:a16="http://schemas.microsoft.com/office/drawing/2014/main" id="{DE3D84FB-5D02-47D2-98FD-4F01A02E2AEA}"/>
              </a:ext>
            </a:extLst>
          </p:cNvPr>
          <p:cNvSpPr>
            <a:spLocks noGrp="1"/>
          </p:cNvSpPr>
          <p:nvPr>
            <p:ph type="ctrTitle"/>
          </p:nvPr>
        </p:nvSpPr>
        <p:spPr>
          <a:xfrm flipH="1">
            <a:off x="396779" y="3631959"/>
            <a:ext cx="7501651" cy="1090938"/>
          </a:xfrm>
        </p:spPr>
        <p:txBody>
          <a:bodyPr rtlCol="1" anchor="b">
            <a:normAutofit fontScale="90000"/>
          </a:bodyPr>
          <a:lstStyle/>
          <a:p>
            <a:pPr algn="r"/>
            <a:r>
              <a:rPr lang="he-IL" dirty="0">
                <a:solidFill>
                  <a:srgbClr val="FFFFFF"/>
                </a:solidFill>
                <a:latin typeface="Tahoma" panose="020B0604030504040204" pitchFamily="34" charset="0"/>
                <a:ea typeface="Tahoma" panose="020B0604030504040204" pitchFamily="34" charset="0"/>
                <a:cs typeface="Tahoma" panose="020B0604030504040204" pitchFamily="34" charset="0"/>
              </a:rPr>
              <a:t>          מצגת סיום </a:t>
            </a:r>
            <a:br>
              <a:rPr lang="he-IL" dirty="0">
                <a:solidFill>
                  <a:srgbClr val="FFFFFF"/>
                </a:solidFill>
                <a:latin typeface="Tahoma" panose="020B0604030504040204" pitchFamily="34" charset="0"/>
                <a:ea typeface="Tahoma" panose="020B0604030504040204" pitchFamily="34" charset="0"/>
                <a:cs typeface="Tahoma" panose="020B0604030504040204" pitchFamily="34" charset="0"/>
              </a:rPr>
            </a:br>
            <a:r>
              <a:rPr lang="he-IL" sz="1800" dirty="0">
                <a:solidFill>
                  <a:srgbClr val="FFFFFF"/>
                </a:solidFill>
                <a:latin typeface="Tahoma" panose="020B0604030504040204" pitchFamily="34" charset="0"/>
                <a:ea typeface="Tahoma" panose="020B0604030504040204" pitchFamily="34" charset="0"/>
                <a:cs typeface="Tahoma" panose="020B0604030504040204" pitchFamily="34" charset="0"/>
              </a:rPr>
              <a:t>שם הפרויקט: הנדסת </a:t>
            </a:r>
            <a:r>
              <a:rPr lang="en-US" sz="1800" dirty="0">
                <a:solidFill>
                  <a:srgbClr val="FFFFFF"/>
                </a:solidFill>
                <a:latin typeface="Tahoma" panose="020B0604030504040204" pitchFamily="34" charset="0"/>
                <a:ea typeface="Tahoma" panose="020B0604030504040204" pitchFamily="34" charset="0"/>
                <a:cs typeface="Tahoma" panose="020B0604030504040204" pitchFamily="34" charset="0"/>
              </a:rPr>
              <a:t>Chatbot</a:t>
            </a:r>
            <a:r>
              <a:rPr lang="he-IL" sz="1800" dirty="0">
                <a:solidFill>
                  <a:srgbClr val="FFFFFF"/>
                </a:solidFill>
                <a:latin typeface="Tahoma" panose="020B0604030504040204" pitchFamily="34" charset="0"/>
                <a:ea typeface="Tahoma" panose="020B0604030504040204" pitchFamily="34" charset="0"/>
                <a:cs typeface="Tahoma" panose="020B0604030504040204" pitchFamily="34" charset="0"/>
              </a:rPr>
              <a:t> והתאמתו לתחומי עניין ספציפיים</a:t>
            </a:r>
            <a:br>
              <a:rPr lang="he-IL" sz="1800" dirty="0">
                <a:solidFill>
                  <a:srgbClr val="FFFFFF"/>
                </a:solidFill>
                <a:latin typeface="Tahoma" panose="020B0604030504040204" pitchFamily="34" charset="0"/>
                <a:ea typeface="Tahoma" panose="020B0604030504040204" pitchFamily="34" charset="0"/>
                <a:cs typeface="Tahoma" panose="020B0604030504040204" pitchFamily="34" charset="0"/>
              </a:rPr>
            </a:br>
            <a:r>
              <a:rPr lang="he-IL" sz="1800" dirty="0">
                <a:solidFill>
                  <a:srgbClr val="FFFFFF"/>
                </a:solidFill>
                <a:latin typeface="Tahoma" panose="020B0604030504040204" pitchFamily="34" charset="0"/>
                <a:ea typeface="Tahoma" panose="020B0604030504040204" pitchFamily="34" charset="0"/>
                <a:cs typeface="Tahoma" panose="020B0604030504040204" pitchFamily="34" charset="0"/>
              </a:rPr>
              <a:t>שם המציגים: מרדכי </a:t>
            </a:r>
            <a:r>
              <a:rPr lang="he-IL" sz="1800" dirty="0" err="1">
                <a:solidFill>
                  <a:srgbClr val="FFFFFF"/>
                </a:solidFill>
                <a:latin typeface="Tahoma" panose="020B0604030504040204" pitchFamily="34" charset="0"/>
                <a:ea typeface="Tahoma" panose="020B0604030504040204" pitchFamily="34" charset="0"/>
                <a:cs typeface="Tahoma" panose="020B0604030504040204" pitchFamily="34" charset="0"/>
              </a:rPr>
              <a:t>לשנסקי</a:t>
            </a:r>
            <a:r>
              <a:rPr lang="he-IL" sz="1800" dirty="0">
                <a:solidFill>
                  <a:srgbClr val="FFFFFF"/>
                </a:solidFill>
              </a:rPr>
              <a:t>, </a:t>
            </a:r>
            <a:r>
              <a:rPr lang="he-IL" sz="1800" dirty="0">
                <a:solidFill>
                  <a:srgbClr val="FFFFFF"/>
                </a:solidFill>
                <a:latin typeface="Tahoma" panose="020B0604030504040204" pitchFamily="34" charset="0"/>
                <a:ea typeface="Tahoma" panose="020B0604030504040204" pitchFamily="34" charset="0"/>
                <a:cs typeface="Tahoma" panose="020B0604030504040204" pitchFamily="34" charset="0"/>
              </a:rPr>
              <a:t>רונן </a:t>
            </a:r>
            <a:r>
              <a:rPr lang="he-IL" sz="1800" dirty="0" err="1">
                <a:solidFill>
                  <a:srgbClr val="FFFFFF"/>
                </a:solidFill>
                <a:latin typeface="Tahoma" panose="020B0604030504040204" pitchFamily="34" charset="0"/>
                <a:ea typeface="Tahoma" panose="020B0604030504040204" pitchFamily="34" charset="0"/>
                <a:cs typeface="Tahoma" panose="020B0604030504040204" pitchFamily="34" charset="0"/>
              </a:rPr>
              <a:t>דרויאן</a:t>
            </a:r>
            <a:br>
              <a:rPr lang="he-IL" sz="1800" dirty="0">
                <a:solidFill>
                  <a:srgbClr val="FFFFFF"/>
                </a:solidFill>
                <a:latin typeface="Tahoma" panose="020B0604030504040204" pitchFamily="34" charset="0"/>
                <a:ea typeface="Tahoma" panose="020B0604030504040204" pitchFamily="34" charset="0"/>
                <a:cs typeface="Tahoma" panose="020B0604030504040204" pitchFamily="34" charset="0"/>
              </a:rPr>
            </a:br>
            <a:r>
              <a:rPr lang="he-IL" sz="1800" dirty="0">
                <a:solidFill>
                  <a:srgbClr val="FFFFFF"/>
                </a:solidFill>
                <a:latin typeface="Tahoma" panose="020B0604030504040204" pitchFamily="34" charset="0"/>
                <a:ea typeface="Tahoma" panose="020B0604030504040204" pitchFamily="34" charset="0"/>
                <a:cs typeface="Tahoma" panose="020B0604030504040204" pitchFamily="34" charset="0"/>
              </a:rPr>
              <a:t>שם המנחים: מר פיני </a:t>
            </a:r>
            <a:r>
              <a:rPr lang="he-IL" sz="1800" dirty="0" err="1">
                <a:solidFill>
                  <a:srgbClr val="FFFFFF"/>
                </a:solidFill>
                <a:latin typeface="Tahoma" panose="020B0604030504040204" pitchFamily="34" charset="0"/>
                <a:ea typeface="Tahoma" panose="020B0604030504040204" pitchFamily="34" charset="0"/>
                <a:cs typeface="Tahoma" panose="020B0604030504040204" pitchFamily="34" charset="0"/>
              </a:rPr>
              <a:t>טנדייטניק</a:t>
            </a:r>
            <a:r>
              <a:rPr lang="he-IL" sz="1800" dirty="0">
                <a:solidFill>
                  <a:srgbClr val="FFFFFF"/>
                </a:solidFill>
                <a:latin typeface="Tahoma" panose="020B0604030504040204" pitchFamily="34" charset="0"/>
                <a:ea typeface="Tahoma" panose="020B0604030504040204" pitchFamily="34" charset="0"/>
                <a:cs typeface="Tahoma" panose="020B0604030504040204" pitchFamily="34" charset="0"/>
              </a:rPr>
              <a:t>, מר יואב </a:t>
            </a:r>
            <a:r>
              <a:rPr lang="he-IL" sz="1800" dirty="0" err="1">
                <a:solidFill>
                  <a:srgbClr val="FFFFFF"/>
                </a:solidFill>
                <a:latin typeface="Tahoma" panose="020B0604030504040204" pitchFamily="34" charset="0"/>
                <a:ea typeface="Tahoma" panose="020B0604030504040204" pitchFamily="34" charset="0"/>
                <a:cs typeface="Tahoma" panose="020B0604030504040204" pitchFamily="34" charset="0"/>
              </a:rPr>
              <a:t>אלינסון</a:t>
            </a:r>
            <a:br>
              <a:rPr lang="he-IL" sz="1800" dirty="0">
                <a:solidFill>
                  <a:srgbClr val="FFFFFF"/>
                </a:solidFill>
                <a:latin typeface="Tahoma" panose="020B0604030504040204" pitchFamily="34" charset="0"/>
                <a:ea typeface="Tahoma" panose="020B0604030504040204" pitchFamily="34" charset="0"/>
                <a:cs typeface="Tahoma" panose="020B0604030504040204" pitchFamily="34" charset="0"/>
              </a:rPr>
            </a:br>
            <a:r>
              <a:rPr lang="he-IL" sz="1800" dirty="0">
                <a:solidFill>
                  <a:srgbClr val="FFFFFF"/>
                </a:solidFill>
                <a:latin typeface="Tahoma" panose="020B0604030504040204" pitchFamily="34" charset="0"/>
                <a:ea typeface="Tahoma" panose="020B0604030504040204" pitchFamily="34" charset="0"/>
                <a:cs typeface="Tahoma" panose="020B0604030504040204" pitchFamily="34" charset="0"/>
              </a:rPr>
              <a:t>שם המנחה האקדמי: פרופ' שרון גנות</a:t>
            </a:r>
            <a:br>
              <a:rPr lang="he-IL" sz="1800" dirty="0">
                <a:solidFill>
                  <a:srgbClr val="FFFFFF"/>
                </a:solidFill>
                <a:latin typeface="Tahoma" panose="020B0604030504040204" pitchFamily="34" charset="0"/>
                <a:ea typeface="Tahoma" panose="020B0604030504040204" pitchFamily="34" charset="0"/>
                <a:cs typeface="Tahoma" panose="020B0604030504040204" pitchFamily="34" charset="0"/>
              </a:rPr>
            </a:br>
            <a:endParaRPr lang="he-IL" sz="1800" dirty="0">
              <a:solidFill>
                <a:srgbClr val="FFFFFF"/>
              </a:solidFill>
              <a:latin typeface="Tahoma" panose="020B0604030504040204" pitchFamily="34" charset="0"/>
              <a:ea typeface="Tahoma" panose="020B0604030504040204" pitchFamily="34" charset="0"/>
              <a:cs typeface="Tahoma" panose="020B0604030504040204" pitchFamily="34" charset="0"/>
            </a:endParaRPr>
          </a:p>
        </p:txBody>
      </p:sp>
      <p:cxnSp>
        <p:nvCxnSpPr>
          <p:cNvPr id="23" name="מחבר ישר 2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ChangeAspect="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50152"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sp>
        <p:nvSpPr>
          <p:cNvPr id="7" name="Footer Placeholder 6">
            <a:extLst>
              <a:ext uri="{FF2B5EF4-FFF2-40B4-BE49-F238E27FC236}">
                <a16:creationId xmlns:a16="http://schemas.microsoft.com/office/drawing/2014/main" id="{9723B134-7950-4FC6-5E80-BC80EB5A7B1A}"/>
              </a:ext>
            </a:extLst>
          </p:cNvPr>
          <p:cNvSpPr>
            <a:spLocks noGrp="1"/>
          </p:cNvSpPr>
          <p:nvPr>
            <p:ph type="ftr" sz="quarter" idx="11"/>
          </p:nvPr>
        </p:nvSpPr>
        <p:spPr>
          <a:xfrm flipH="1">
            <a:off x="3571049" y="6450860"/>
            <a:ext cx="5901459" cy="274320"/>
          </a:xfrm>
        </p:spPr>
        <p:txBody>
          <a:bodyPr/>
          <a:lstStyle/>
          <a:p>
            <a:pPr algn="ctr"/>
            <a:r>
              <a:rPr lang="he-IL" sz="1200" dirty="0"/>
              <a:t>פרויקט מס' 217</a:t>
            </a:r>
          </a:p>
        </p:txBody>
      </p:sp>
    </p:spTree>
    <p:extLst>
      <p:ext uri="{BB962C8B-B14F-4D97-AF65-F5344CB8AC3E}">
        <p14:creationId xmlns:p14="http://schemas.microsoft.com/office/powerpoint/2010/main" val="2806257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E038A-2C34-914A-9BDA-F1CE14723E97}"/>
              </a:ext>
            </a:extLst>
          </p:cNvPr>
          <p:cNvSpPr>
            <a:spLocks noGrp="1"/>
          </p:cNvSpPr>
          <p:nvPr>
            <p:ph type="title"/>
          </p:nvPr>
        </p:nvSpPr>
        <p:spPr/>
        <p:txBody>
          <a:bodyPr/>
          <a:lstStyle/>
          <a:p>
            <a:r>
              <a:rPr lang="he-IL" dirty="0"/>
              <a:t>רקע</a:t>
            </a:r>
            <a:endParaRPr lang="LID4096" dirty="0"/>
          </a:p>
        </p:txBody>
      </p:sp>
      <p:sp>
        <p:nvSpPr>
          <p:cNvPr id="3" name="Content Placeholder 2">
            <a:extLst>
              <a:ext uri="{FF2B5EF4-FFF2-40B4-BE49-F238E27FC236}">
                <a16:creationId xmlns:a16="http://schemas.microsoft.com/office/drawing/2014/main" id="{CED7AF09-A1E7-B736-86D7-EC21C5F9CEBC}"/>
              </a:ext>
            </a:extLst>
          </p:cNvPr>
          <p:cNvSpPr>
            <a:spLocks noGrp="1"/>
          </p:cNvSpPr>
          <p:nvPr>
            <p:ph idx="1"/>
          </p:nvPr>
        </p:nvSpPr>
        <p:spPr/>
        <p:txBody>
          <a:bodyPr>
            <a:normAutofit fontScale="92500" lnSpcReduction="10000"/>
          </a:bodyPr>
          <a:lstStyle/>
          <a:p>
            <a:pPr algn="r" rtl="1"/>
            <a:r>
              <a:rPr lang="he-IL" dirty="0"/>
              <a:t>בפרויקט זה פותחה מערכת צ'אטבוט קולית חכמה המשולבת ברובוט</a:t>
            </a:r>
            <a:br>
              <a:rPr lang="en-US" dirty="0"/>
            </a:br>
            <a:r>
              <a:rPr lang="en-US" dirty="0"/>
              <a:t> ARI</a:t>
            </a:r>
            <a:r>
              <a:rPr lang="he-IL" dirty="0"/>
              <a:t>של חברת</a:t>
            </a:r>
            <a:r>
              <a:rPr lang="en-US" dirty="0"/>
              <a:t>Pal Robotics </a:t>
            </a:r>
            <a:r>
              <a:rPr lang="he-IL" dirty="0"/>
              <a:t> ומאפשרת ניהול שיחה קולית טבעית</a:t>
            </a:r>
            <a:br>
              <a:rPr lang="en-US" dirty="0"/>
            </a:br>
            <a:r>
              <a:rPr lang="he-IL" dirty="0"/>
              <a:t>בזמן אמת עם "מומחה" בתחום עניין ספציפי.</a:t>
            </a:r>
            <a:br>
              <a:rPr lang="he-IL" dirty="0"/>
            </a:br>
            <a:r>
              <a:rPr lang="he-IL" dirty="0"/>
              <a:t>המערכת מחולקת ל-2 כאשר חלקה הראשון עוסק בהשוואת מודלי שפה (</a:t>
            </a:r>
            <a:r>
              <a:rPr lang="en-US" dirty="0"/>
              <a:t>LLM</a:t>
            </a:r>
            <a:r>
              <a:rPr lang="he-IL" dirty="0"/>
              <a:t>) באמצעות מבחנים שונים לצורך בחירת מודל אופטימלי למימוש הצ'אטבוט, וחלקה השני עוסק בשילוב מודל השפה עם מעטפת תוכנת </a:t>
            </a:r>
            <a:r>
              <a:rPr lang="en-US" dirty="0"/>
              <a:t>ROS</a:t>
            </a:r>
            <a:r>
              <a:rPr lang="he-IL" dirty="0"/>
              <a:t> המממשת צ'אטבוט, טכנולוגיות </a:t>
            </a:r>
            <a:r>
              <a:rPr lang="en-US" dirty="0" err="1"/>
              <a:t>TextToSpeech</a:t>
            </a:r>
            <a:r>
              <a:rPr lang="he-IL" dirty="0"/>
              <a:t> ו</a:t>
            </a:r>
            <a:r>
              <a:rPr lang="en-US" dirty="0" err="1"/>
              <a:t>SpeechToText</a:t>
            </a:r>
            <a:r>
              <a:rPr lang="en-US" dirty="0"/>
              <a:t> –</a:t>
            </a:r>
            <a:r>
              <a:rPr lang="he-IL" dirty="0"/>
              <a:t> ליישום</a:t>
            </a:r>
            <a:br>
              <a:rPr lang="en-US" dirty="0"/>
            </a:br>
            <a:r>
              <a:rPr lang="he-IL" dirty="0"/>
              <a:t>שיחה קולית, ומערכת </a:t>
            </a:r>
            <a:r>
              <a:rPr lang="en-US" dirty="0"/>
              <a:t>RAG</a:t>
            </a:r>
            <a:r>
              <a:rPr lang="he-IL" dirty="0"/>
              <a:t> על-מנת לאפשר לצ'אטבוט לענות על בסיס</a:t>
            </a:r>
            <a:br>
              <a:rPr lang="en-US" dirty="0"/>
            </a:br>
            <a:r>
              <a:rPr lang="he-IL" dirty="0"/>
              <a:t>מקור מידע מהימן.</a:t>
            </a:r>
          </a:p>
          <a:p>
            <a:pPr algn="r" rtl="1"/>
            <a:endParaRPr lang="LID4096" dirty="0"/>
          </a:p>
        </p:txBody>
      </p:sp>
      <p:sp>
        <p:nvSpPr>
          <p:cNvPr id="7" name="Footer Placeholder 6">
            <a:extLst>
              <a:ext uri="{FF2B5EF4-FFF2-40B4-BE49-F238E27FC236}">
                <a16:creationId xmlns:a16="http://schemas.microsoft.com/office/drawing/2014/main" id="{FBC90223-B5AB-88B4-B52C-318BEFE64877}"/>
              </a:ext>
            </a:extLst>
          </p:cNvPr>
          <p:cNvSpPr>
            <a:spLocks noGrp="1"/>
          </p:cNvSpPr>
          <p:nvPr>
            <p:ph type="ftr" sz="quarter" idx="11"/>
          </p:nvPr>
        </p:nvSpPr>
        <p:spPr/>
        <p:txBody>
          <a:bodyPr/>
          <a:lstStyle/>
          <a:p>
            <a:pPr algn="ctr"/>
            <a:r>
              <a:rPr lang="he-IL" sz="1200" dirty="0"/>
              <a:t>פרויקט מס' 217</a:t>
            </a:r>
          </a:p>
        </p:txBody>
      </p:sp>
      <p:pic>
        <p:nvPicPr>
          <p:cNvPr id="5" name="תמונה 8">
            <a:extLst>
              <a:ext uri="{FF2B5EF4-FFF2-40B4-BE49-F238E27FC236}">
                <a16:creationId xmlns:a16="http://schemas.microsoft.com/office/drawing/2014/main" id="{2D0E31E6-A352-DA02-8340-FDA9A92E0FCB}"/>
              </a:ext>
            </a:extLst>
          </p:cNvPr>
          <p:cNvPicPr>
            <a:picLocks noChangeAspect="1"/>
          </p:cNvPicPr>
          <p:nvPr/>
        </p:nvPicPr>
        <p:blipFill>
          <a:blip r:embed="rId2"/>
          <a:stretch>
            <a:fillRect/>
          </a:stretch>
        </p:blipFill>
        <p:spPr>
          <a:xfrm>
            <a:off x="1352550" y="24643"/>
            <a:ext cx="1958844" cy="1101850"/>
          </a:xfrm>
          <a:prstGeom prst="rect">
            <a:avLst/>
          </a:prstGeom>
        </p:spPr>
      </p:pic>
      <p:pic>
        <p:nvPicPr>
          <p:cNvPr id="4" name="תמונה 10">
            <a:extLst>
              <a:ext uri="{FF2B5EF4-FFF2-40B4-BE49-F238E27FC236}">
                <a16:creationId xmlns:a16="http://schemas.microsoft.com/office/drawing/2014/main" id="{186453E7-A22D-94DF-8488-CBA4F53BFC13}"/>
              </a:ext>
            </a:extLst>
          </p:cNvPr>
          <p:cNvPicPr>
            <a:picLocks noChangeAspect="1"/>
          </p:cNvPicPr>
          <p:nvPr/>
        </p:nvPicPr>
        <p:blipFill>
          <a:blip r:embed="rId3"/>
          <a:stretch>
            <a:fillRect/>
          </a:stretch>
        </p:blipFill>
        <p:spPr>
          <a:xfrm>
            <a:off x="-2172085" y="585216"/>
            <a:ext cx="5988695" cy="6680200"/>
          </a:xfrm>
          <a:prstGeom prst="rect">
            <a:avLst/>
          </a:prstGeom>
        </p:spPr>
      </p:pic>
    </p:spTree>
    <p:extLst>
      <p:ext uri="{BB962C8B-B14F-4D97-AF65-F5344CB8AC3E}">
        <p14:creationId xmlns:p14="http://schemas.microsoft.com/office/powerpoint/2010/main" val="46474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2E0D6-67A6-8274-28DC-340E808C782F}"/>
              </a:ext>
            </a:extLst>
          </p:cNvPr>
          <p:cNvSpPr>
            <a:spLocks noGrp="1"/>
          </p:cNvSpPr>
          <p:nvPr>
            <p:ph type="title"/>
          </p:nvPr>
        </p:nvSpPr>
        <p:spPr/>
        <p:txBody>
          <a:bodyPr/>
          <a:lstStyle/>
          <a:p>
            <a:pPr rtl="1"/>
            <a:r>
              <a:rPr lang="he-IL" dirty="0"/>
              <a:t>מטרות הפרויקט</a:t>
            </a:r>
            <a:endParaRPr lang="LID4096" dirty="0"/>
          </a:p>
        </p:txBody>
      </p:sp>
      <p:sp>
        <p:nvSpPr>
          <p:cNvPr id="3" name="Content Placeholder 2">
            <a:extLst>
              <a:ext uri="{FF2B5EF4-FFF2-40B4-BE49-F238E27FC236}">
                <a16:creationId xmlns:a16="http://schemas.microsoft.com/office/drawing/2014/main" id="{510A7A9C-1A5F-F550-53BD-C8CA8CEDC6C6}"/>
              </a:ext>
            </a:extLst>
          </p:cNvPr>
          <p:cNvSpPr>
            <a:spLocks noGrp="1"/>
          </p:cNvSpPr>
          <p:nvPr>
            <p:ph idx="1"/>
          </p:nvPr>
        </p:nvSpPr>
        <p:spPr/>
        <p:txBody>
          <a:bodyPr/>
          <a:lstStyle/>
          <a:p>
            <a:pPr algn="r" rtl="1"/>
            <a:r>
              <a:rPr lang="he-IL" dirty="0"/>
              <a:t>1. </a:t>
            </a:r>
            <a:r>
              <a:rPr lang="he-IL" b="1" dirty="0"/>
              <a:t>השוואת מודלים: </a:t>
            </a:r>
            <a:r>
              <a:rPr lang="he-IL" dirty="0"/>
              <a:t>לספק מערכת שתבחר את המודל המשתלם ביותר לפי ביצועים (דגש על דיוק תשובות ומהירות תגובה). המערכת צריכה להיות דינמית ולהתאים עצמה למודלים ומבחנים חדשים המתפרסמים בקצב מהיר.</a:t>
            </a:r>
          </a:p>
          <a:p>
            <a:pPr algn="r" rtl="1"/>
            <a:r>
              <a:rPr lang="he-IL" dirty="0"/>
              <a:t>2. </a:t>
            </a:r>
            <a:r>
              <a:rPr lang="he-IL" b="1" dirty="0"/>
              <a:t>יצירת צ'אטבוט מומחה:</a:t>
            </a:r>
            <a:r>
              <a:rPr lang="he-IL" dirty="0"/>
              <a:t> לבנות מערכת צ'אטבוט שתהפוך את המודל הנבחר למומחה בתחום מסוים, ותאפשר שיחה קולית רציפה (</a:t>
            </a:r>
            <a:r>
              <a:rPr lang="en-US" dirty="0"/>
              <a:t>STT/TTS</a:t>
            </a:r>
            <a:r>
              <a:rPr lang="he-IL" dirty="0"/>
              <a:t>) עם המשתמש. יש לאפשר הוספה קלה של תחומי מומחיות חדשים ושינוי המודל בהתאם להתקדמות הטכנולוגיה.</a:t>
            </a:r>
          </a:p>
          <a:p>
            <a:pPr algn="r" rtl="1"/>
            <a:endParaRPr lang="LID4096" dirty="0"/>
          </a:p>
        </p:txBody>
      </p:sp>
      <p:sp>
        <p:nvSpPr>
          <p:cNvPr id="5" name="Footer Placeholder 4">
            <a:extLst>
              <a:ext uri="{FF2B5EF4-FFF2-40B4-BE49-F238E27FC236}">
                <a16:creationId xmlns:a16="http://schemas.microsoft.com/office/drawing/2014/main" id="{F4DD07D0-33C9-0B28-F2B7-D50F4595A438}"/>
              </a:ext>
            </a:extLst>
          </p:cNvPr>
          <p:cNvSpPr>
            <a:spLocks noGrp="1"/>
          </p:cNvSpPr>
          <p:nvPr>
            <p:ph type="ftr" sz="quarter" idx="11"/>
          </p:nvPr>
        </p:nvSpPr>
        <p:spPr/>
        <p:txBody>
          <a:bodyPr/>
          <a:lstStyle/>
          <a:p>
            <a:pPr algn="ctr"/>
            <a:r>
              <a:rPr lang="he-IL" sz="1200" dirty="0"/>
              <a:t>פרויקט מס' 217</a:t>
            </a:r>
          </a:p>
        </p:txBody>
      </p:sp>
    </p:spTree>
    <p:extLst>
      <p:ext uri="{BB962C8B-B14F-4D97-AF65-F5344CB8AC3E}">
        <p14:creationId xmlns:p14="http://schemas.microsoft.com/office/powerpoint/2010/main" val="2661826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B6FCC-0A5B-5169-EACF-C757CFFC8F4E}"/>
              </a:ext>
            </a:extLst>
          </p:cNvPr>
          <p:cNvSpPr>
            <a:spLocks noGrp="1"/>
          </p:cNvSpPr>
          <p:nvPr>
            <p:ph type="title"/>
          </p:nvPr>
        </p:nvSpPr>
        <p:spPr/>
        <p:txBody>
          <a:bodyPr/>
          <a:lstStyle/>
          <a:p>
            <a:pPr rtl="1"/>
            <a:r>
              <a:rPr lang="he-IL" dirty="0"/>
              <a:t>חלק 1:מערכת להשוואת </a:t>
            </a:r>
            <a:r>
              <a:rPr lang="en-US" dirty="0"/>
              <a:t>LLM’s</a:t>
            </a:r>
            <a:endParaRPr lang="LID4096" dirty="0"/>
          </a:p>
        </p:txBody>
      </p:sp>
      <p:sp>
        <p:nvSpPr>
          <p:cNvPr id="3" name="Content Placeholder 2">
            <a:extLst>
              <a:ext uri="{FF2B5EF4-FFF2-40B4-BE49-F238E27FC236}">
                <a16:creationId xmlns:a16="http://schemas.microsoft.com/office/drawing/2014/main" id="{F2C05137-BFC2-4593-F9E8-64CC1AB31E8F}"/>
              </a:ext>
            </a:extLst>
          </p:cNvPr>
          <p:cNvSpPr>
            <a:spLocks noGrp="1"/>
          </p:cNvSpPr>
          <p:nvPr>
            <p:ph idx="1"/>
          </p:nvPr>
        </p:nvSpPr>
        <p:spPr/>
        <p:txBody>
          <a:bodyPr>
            <a:normAutofit fontScale="92500" lnSpcReduction="10000"/>
          </a:bodyPr>
          <a:lstStyle/>
          <a:p>
            <a:pPr marL="0" indent="0" algn="r" rtl="1">
              <a:buNone/>
            </a:pPr>
            <a:r>
              <a:rPr lang="he-IL" dirty="0"/>
              <a:t>פיתחנו מערכת שמודדת ביצועים של מודלי שפה שונים לפי מס' מבחני השוואה (</a:t>
            </a:r>
            <a:r>
              <a:rPr lang="en-US" dirty="0"/>
              <a:t>Benchmarks</a:t>
            </a:r>
            <a:r>
              <a:rPr lang="he-IL" dirty="0"/>
              <a:t>) פופולריים שבחרנו כמתאימים לצורך הפרויקט.</a:t>
            </a:r>
            <a:br>
              <a:rPr lang="en-US" dirty="0"/>
            </a:br>
            <a:r>
              <a:rPr lang="he-IL" dirty="0"/>
              <a:t>ביצענו שקלול של הציונים השונים ושל זמני הריצה כדי לבחור מודל מתאים.</a:t>
            </a:r>
          </a:p>
          <a:p>
            <a:pPr algn="r" rtl="1">
              <a:buFont typeface="Arial" panose="020B0604020202020204" pitchFamily="34" charset="0"/>
              <a:buChar char="•"/>
            </a:pPr>
            <a:r>
              <a:rPr lang="he-IL" dirty="0"/>
              <a:t>נתמכים מספר בנצ'מארקים מובנים(</a:t>
            </a:r>
            <a:r>
              <a:rPr lang="en-US" dirty="0"/>
              <a:t>MMLU, </a:t>
            </a:r>
            <a:r>
              <a:rPr lang="en-US" dirty="0" err="1"/>
              <a:t>MuSR</a:t>
            </a:r>
            <a:r>
              <a:rPr lang="en-US" dirty="0"/>
              <a:t>, </a:t>
            </a:r>
            <a:r>
              <a:rPr lang="en-US" dirty="0" err="1"/>
              <a:t>SQuAD</a:t>
            </a:r>
            <a:r>
              <a:rPr lang="en-US" dirty="0"/>
              <a:t>, </a:t>
            </a:r>
            <a:r>
              <a:rPr lang="en-US" dirty="0" err="1"/>
              <a:t>TruthfulQA</a:t>
            </a:r>
            <a:r>
              <a:rPr lang="en-US" dirty="0"/>
              <a:t> </a:t>
            </a:r>
            <a:r>
              <a:rPr lang="he-IL" dirty="0"/>
              <a:t> ועוד).</a:t>
            </a:r>
          </a:p>
          <a:p>
            <a:pPr algn="r" rtl="1">
              <a:buFont typeface="Arial" panose="020B0604020202020204" pitchFamily="34" charset="0"/>
              <a:buChar char="•"/>
            </a:pPr>
            <a:r>
              <a:rPr lang="he-IL" dirty="0"/>
              <a:t>המערכת בנויה באופן מודולרי לפי עקרון </a:t>
            </a:r>
            <a:r>
              <a:rPr lang="en-US" dirty="0"/>
              <a:t>Single Responsibility Principle</a:t>
            </a:r>
            <a:r>
              <a:rPr lang="he-IL" dirty="0"/>
              <a:t>, מה שמאפשר הוספה קלה של מבחנים ופרומפטים.</a:t>
            </a:r>
          </a:p>
          <a:p>
            <a:pPr algn="r" rtl="1">
              <a:buFont typeface="Arial" panose="020B0604020202020204" pitchFamily="34" charset="0"/>
              <a:buChar char="•"/>
            </a:pPr>
            <a:r>
              <a:rPr lang="he-IL" dirty="0"/>
              <a:t>תצורת הבדיקה מוגדרת בקובץ </a:t>
            </a:r>
            <a:r>
              <a:rPr lang="en-US" dirty="0"/>
              <a:t> YAML </a:t>
            </a:r>
            <a:r>
              <a:rPr lang="he-IL" dirty="0"/>
              <a:t>חיצוני, מה שמאפשר לבצע </a:t>
            </a:r>
            <a:r>
              <a:rPr lang="en-US" dirty="0"/>
              <a:t>Prompt Engineering</a:t>
            </a:r>
            <a:r>
              <a:rPr lang="he-IL" dirty="0"/>
              <a:t> ולבדוק את ביצועי המודלים עבור פרומפטים שונים בקלות בלי שינוי הקוד.</a:t>
            </a:r>
          </a:p>
          <a:p>
            <a:pPr algn="r" rtl="1"/>
            <a:endParaRPr lang="LID4096" dirty="0"/>
          </a:p>
        </p:txBody>
      </p:sp>
      <p:sp>
        <p:nvSpPr>
          <p:cNvPr id="5" name="Footer Placeholder 4">
            <a:extLst>
              <a:ext uri="{FF2B5EF4-FFF2-40B4-BE49-F238E27FC236}">
                <a16:creationId xmlns:a16="http://schemas.microsoft.com/office/drawing/2014/main" id="{472F6237-5B57-DA3B-8399-882A4164A335}"/>
              </a:ext>
            </a:extLst>
          </p:cNvPr>
          <p:cNvSpPr>
            <a:spLocks noGrp="1"/>
          </p:cNvSpPr>
          <p:nvPr>
            <p:ph type="ftr" sz="quarter" idx="11"/>
          </p:nvPr>
        </p:nvSpPr>
        <p:spPr/>
        <p:txBody>
          <a:bodyPr/>
          <a:lstStyle/>
          <a:p>
            <a:pPr algn="ctr"/>
            <a:r>
              <a:rPr lang="he-IL" sz="1200" dirty="0"/>
              <a:t>פרויקט מס' 217</a:t>
            </a:r>
          </a:p>
        </p:txBody>
      </p:sp>
    </p:spTree>
    <p:extLst>
      <p:ext uri="{BB962C8B-B14F-4D97-AF65-F5344CB8AC3E}">
        <p14:creationId xmlns:p14="http://schemas.microsoft.com/office/powerpoint/2010/main" val="2607783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4C4F9-7423-850B-3FFB-1FE3DEC47218}"/>
              </a:ext>
            </a:extLst>
          </p:cNvPr>
          <p:cNvSpPr>
            <a:spLocks noGrp="1"/>
          </p:cNvSpPr>
          <p:nvPr>
            <p:ph type="title"/>
          </p:nvPr>
        </p:nvSpPr>
        <p:spPr>
          <a:xfrm>
            <a:off x="1473868" y="198600"/>
            <a:ext cx="10018713" cy="1752599"/>
          </a:xfrm>
        </p:spPr>
        <p:txBody>
          <a:bodyPr/>
          <a:lstStyle/>
          <a:p>
            <a:pPr rtl="1"/>
            <a:r>
              <a:rPr lang="he-IL" dirty="0"/>
              <a:t>ארכיטקטורת מערכת הבדיקה</a:t>
            </a:r>
            <a:endParaRPr lang="LID4096" dirty="0"/>
          </a:p>
        </p:txBody>
      </p:sp>
      <p:sp>
        <p:nvSpPr>
          <p:cNvPr id="6" name="Footer Placeholder 5">
            <a:extLst>
              <a:ext uri="{FF2B5EF4-FFF2-40B4-BE49-F238E27FC236}">
                <a16:creationId xmlns:a16="http://schemas.microsoft.com/office/drawing/2014/main" id="{326274FE-2B8E-F72B-E991-A33F580F0816}"/>
              </a:ext>
            </a:extLst>
          </p:cNvPr>
          <p:cNvSpPr>
            <a:spLocks noGrp="1"/>
          </p:cNvSpPr>
          <p:nvPr>
            <p:ph type="ftr" sz="quarter" idx="11"/>
          </p:nvPr>
        </p:nvSpPr>
        <p:spPr>
          <a:xfrm>
            <a:off x="2941137" y="6172200"/>
            <a:ext cx="7084177" cy="365125"/>
          </a:xfrm>
        </p:spPr>
        <p:txBody>
          <a:bodyPr/>
          <a:lstStyle/>
          <a:p>
            <a:pPr algn="ctr"/>
            <a:r>
              <a:rPr lang="he-IL" sz="1200" dirty="0"/>
              <a:t>פרויקט מס' 217</a:t>
            </a:r>
          </a:p>
        </p:txBody>
      </p:sp>
      <p:pic>
        <p:nvPicPr>
          <p:cNvPr id="9" name="Picture 8">
            <a:extLst>
              <a:ext uri="{FF2B5EF4-FFF2-40B4-BE49-F238E27FC236}">
                <a16:creationId xmlns:a16="http://schemas.microsoft.com/office/drawing/2014/main" id="{11814C46-7FA3-2EFC-51C7-376A4073815E}"/>
              </a:ext>
            </a:extLst>
          </p:cNvPr>
          <p:cNvPicPr>
            <a:picLocks noChangeAspect="1"/>
          </p:cNvPicPr>
          <p:nvPr/>
        </p:nvPicPr>
        <p:blipFill>
          <a:blip r:embed="rId2"/>
          <a:stretch>
            <a:fillRect/>
          </a:stretch>
        </p:blipFill>
        <p:spPr>
          <a:xfrm>
            <a:off x="2592961" y="1385252"/>
            <a:ext cx="7303393" cy="4786948"/>
          </a:xfrm>
          <a:prstGeom prst="rect">
            <a:avLst/>
          </a:prstGeom>
        </p:spPr>
      </p:pic>
    </p:spTree>
    <p:extLst>
      <p:ext uri="{BB962C8B-B14F-4D97-AF65-F5344CB8AC3E}">
        <p14:creationId xmlns:p14="http://schemas.microsoft.com/office/powerpoint/2010/main" val="3577732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6F79A-2953-A1F3-96C4-7EEA4C43692B}"/>
              </a:ext>
            </a:extLst>
          </p:cNvPr>
          <p:cNvSpPr>
            <a:spLocks noGrp="1"/>
          </p:cNvSpPr>
          <p:nvPr>
            <p:ph type="title"/>
          </p:nvPr>
        </p:nvSpPr>
        <p:spPr/>
        <p:txBody>
          <a:bodyPr/>
          <a:lstStyle/>
          <a:p>
            <a:pPr rtl="1"/>
            <a:r>
              <a:rPr lang="he-IL" dirty="0"/>
              <a:t>תוצאות </a:t>
            </a:r>
            <a:r>
              <a:rPr lang="en-US" dirty="0"/>
              <a:t> Benchmarks</a:t>
            </a:r>
            <a:r>
              <a:rPr lang="he-IL" dirty="0"/>
              <a:t>והשוואת מודלים</a:t>
            </a:r>
            <a:endParaRPr lang="LID4096" dirty="0"/>
          </a:p>
        </p:txBody>
      </p:sp>
      <p:sp>
        <p:nvSpPr>
          <p:cNvPr id="3" name="Content Placeholder 2">
            <a:extLst>
              <a:ext uri="{FF2B5EF4-FFF2-40B4-BE49-F238E27FC236}">
                <a16:creationId xmlns:a16="http://schemas.microsoft.com/office/drawing/2014/main" id="{1BDF3602-EEDB-B857-01E2-AC345D96CFDF}"/>
              </a:ext>
            </a:extLst>
          </p:cNvPr>
          <p:cNvSpPr>
            <a:spLocks noGrp="1"/>
          </p:cNvSpPr>
          <p:nvPr>
            <p:ph idx="1"/>
          </p:nvPr>
        </p:nvSpPr>
        <p:spPr>
          <a:xfrm>
            <a:off x="1484311" y="2116493"/>
            <a:ext cx="10018713" cy="3124201"/>
          </a:xfrm>
        </p:spPr>
        <p:txBody>
          <a:bodyPr/>
          <a:lstStyle/>
          <a:p>
            <a:pPr marL="0" indent="0" algn="r" rtl="1">
              <a:buNone/>
            </a:pPr>
            <a:r>
              <a:rPr lang="he-IL" dirty="0"/>
              <a:t>לכל מבחן הגדרנו שני פורמטים של פרומפט (פשוט ומהונדס) וביצענו ממוצע של 3 הרצות.</a:t>
            </a:r>
          </a:p>
          <a:p>
            <a:pPr marL="0" indent="0" algn="r" rtl="1">
              <a:buNone/>
            </a:pPr>
            <a:br>
              <a:rPr lang="en-US" dirty="0"/>
            </a:br>
            <a:endParaRPr lang="he-IL" dirty="0"/>
          </a:p>
          <a:p>
            <a:pPr algn="r" rtl="1"/>
            <a:endParaRPr lang="he-IL" dirty="0"/>
          </a:p>
          <a:p>
            <a:pPr algn="r" rtl="1"/>
            <a:endParaRPr lang="LID4096" dirty="0"/>
          </a:p>
        </p:txBody>
      </p:sp>
      <p:sp>
        <p:nvSpPr>
          <p:cNvPr id="8" name="Footer Placeholder 7">
            <a:extLst>
              <a:ext uri="{FF2B5EF4-FFF2-40B4-BE49-F238E27FC236}">
                <a16:creationId xmlns:a16="http://schemas.microsoft.com/office/drawing/2014/main" id="{FAADA9EA-F0E5-4A2E-580F-9B7F3E54A5F5}"/>
              </a:ext>
            </a:extLst>
          </p:cNvPr>
          <p:cNvSpPr>
            <a:spLocks noGrp="1"/>
          </p:cNvSpPr>
          <p:nvPr>
            <p:ph type="ftr" sz="quarter" idx="11"/>
          </p:nvPr>
        </p:nvSpPr>
        <p:spPr>
          <a:xfrm>
            <a:off x="2951578" y="6252289"/>
            <a:ext cx="7084177" cy="365125"/>
          </a:xfrm>
        </p:spPr>
        <p:txBody>
          <a:bodyPr/>
          <a:lstStyle/>
          <a:p>
            <a:pPr algn="ctr"/>
            <a:r>
              <a:rPr lang="he-IL" sz="1200" dirty="0"/>
              <a:t>פרויקט מס' 217</a:t>
            </a:r>
          </a:p>
        </p:txBody>
      </p:sp>
      <p:graphicFrame>
        <p:nvGraphicFramePr>
          <p:cNvPr id="6" name="Table 5">
            <a:extLst>
              <a:ext uri="{FF2B5EF4-FFF2-40B4-BE49-F238E27FC236}">
                <a16:creationId xmlns:a16="http://schemas.microsoft.com/office/drawing/2014/main" id="{F293763E-523F-8FB8-1493-9DB29A62CA3C}"/>
              </a:ext>
            </a:extLst>
          </p:cNvPr>
          <p:cNvGraphicFramePr>
            <a:graphicFrameLocks noGrp="1"/>
          </p:cNvGraphicFramePr>
          <p:nvPr>
            <p:extLst>
              <p:ext uri="{D42A27DB-BD31-4B8C-83A1-F6EECF244321}">
                <p14:modId xmlns:p14="http://schemas.microsoft.com/office/powerpoint/2010/main" val="2803306822"/>
              </p:ext>
            </p:extLst>
          </p:nvPr>
        </p:nvGraphicFramePr>
        <p:xfrm>
          <a:off x="2351313" y="3128089"/>
          <a:ext cx="9020270" cy="3124200"/>
        </p:xfrm>
        <a:graphic>
          <a:graphicData uri="http://schemas.openxmlformats.org/drawingml/2006/table">
            <a:tbl>
              <a:tblPr rtl="1" firstRow="1" firstCol="1" bandRow="1">
                <a:tableStyleId>{5C22544A-7EE6-4342-B048-85BDC9FD1C3A}</a:tableStyleId>
              </a:tblPr>
              <a:tblGrid>
                <a:gridCol w="1319927">
                  <a:extLst>
                    <a:ext uri="{9D8B030D-6E8A-4147-A177-3AD203B41FA5}">
                      <a16:colId xmlns:a16="http://schemas.microsoft.com/office/drawing/2014/main" val="4230181723"/>
                    </a:ext>
                  </a:extLst>
                </a:gridCol>
                <a:gridCol w="618763">
                  <a:extLst>
                    <a:ext uri="{9D8B030D-6E8A-4147-A177-3AD203B41FA5}">
                      <a16:colId xmlns:a16="http://schemas.microsoft.com/office/drawing/2014/main" val="825769579"/>
                    </a:ext>
                  </a:extLst>
                </a:gridCol>
                <a:gridCol w="609435">
                  <a:extLst>
                    <a:ext uri="{9D8B030D-6E8A-4147-A177-3AD203B41FA5}">
                      <a16:colId xmlns:a16="http://schemas.microsoft.com/office/drawing/2014/main" val="2601387255"/>
                    </a:ext>
                  </a:extLst>
                </a:gridCol>
                <a:gridCol w="618763">
                  <a:extLst>
                    <a:ext uri="{9D8B030D-6E8A-4147-A177-3AD203B41FA5}">
                      <a16:colId xmlns:a16="http://schemas.microsoft.com/office/drawing/2014/main" val="1780968980"/>
                    </a:ext>
                  </a:extLst>
                </a:gridCol>
                <a:gridCol w="609435">
                  <a:extLst>
                    <a:ext uri="{9D8B030D-6E8A-4147-A177-3AD203B41FA5}">
                      <a16:colId xmlns:a16="http://schemas.microsoft.com/office/drawing/2014/main" val="2248821213"/>
                    </a:ext>
                  </a:extLst>
                </a:gridCol>
                <a:gridCol w="596221">
                  <a:extLst>
                    <a:ext uri="{9D8B030D-6E8A-4147-A177-3AD203B41FA5}">
                      <a16:colId xmlns:a16="http://schemas.microsoft.com/office/drawing/2014/main" val="1535079379"/>
                    </a:ext>
                  </a:extLst>
                </a:gridCol>
                <a:gridCol w="595444">
                  <a:extLst>
                    <a:ext uri="{9D8B030D-6E8A-4147-A177-3AD203B41FA5}">
                      <a16:colId xmlns:a16="http://schemas.microsoft.com/office/drawing/2014/main" val="3813182406"/>
                    </a:ext>
                  </a:extLst>
                </a:gridCol>
                <a:gridCol w="534034">
                  <a:extLst>
                    <a:ext uri="{9D8B030D-6E8A-4147-A177-3AD203B41FA5}">
                      <a16:colId xmlns:a16="http://schemas.microsoft.com/office/drawing/2014/main" val="415262251"/>
                    </a:ext>
                  </a:extLst>
                </a:gridCol>
                <a:gridCol w="500608">
                  <a:extLst>
                    <a:ext uri="{9D8B030D-6E8A-4147-A177-3AD203B41FA5}">
                      <a16:colId xmlns:a16="http://schemas.microsoft.com/office/drawing/2014/main" val="4098812155"/>
                    </a:ext>
                  </a:extLst>
                </a:gridCol>
                <a:gridCol w="534034">
                  <a:extLst>
                    <a:ext uri="{9D8B030D-6E8A-4147-A177-3AD203B41FA5}">
                      <a16:colId xmlns:a16="http://schemas.microsoft.com/office/drawing/2014/main" val="2890596388"/>
                    </a:ext>
                  </a:extLst>
                </a:gridCol>
                <a:gridCol w="486854">
                  <a:extLst>
                    <a:ext uri="{9D8B030D-6E8A-4147-A177-3AD203B41FA5}">
                      <a16:colId xmlns:a16="http://schemas.microsoft.com/office/drawing/2014/main" val="3078379950"/>
                    </a:ext>
                  </a:extLst>
                </a:gridCol>
                <a:gridCol w="519026">
                  <a:extLst>
                    <a:ext uri="{9D8B030D-6E8A-4147-A177-3AD203B41FA5}">
                      <a16:colId xmlns:a16="http://schemas.microsoft.com/office/drawing/2014/main" val="4114156671"/>
                    </a:ext>
                  </a:extLst>
                </a:gridCol>
                <a:gridCol w="512019">
                  <a:extLst>
                    <a:ext uri="{9D8B030D-6E8A-4147-A177-3AD203B41FA5}">
                      <a16:colId xmlns:a16="http://schemas.microsoft.com/office/drawing/2014/main" val="2639572159"/>
                    </a:ext>
                  </a:extLst>
                </a:gridCol>
                <a:gridCol w="493861">
                  <a:extLst>
                    <a:ext uri="{9D8B030D-6E8A-4147-A177-3AD203B41FA5}">
                      <a16:colId xmlns:a16="http://schemas.microsoft.com/office/drawing/2014/main" val="2107999706"/>
                    </a:ext>
                  </a:extLst>
                </a:gridCol>
                <a:gridCol w="471846">
                  <a:extLst>
                    <a:ext uri="{9D8B030D-6E8A-4147-A177-3AD203B41FA5}">
                      <a16:colId xmlns:a16="http://schemas.microsoft.com/office/drawing/2014/main" val="1412031925"/>
                    </a:ext>
                  </a:extLst>
                </a:gridCol>
              </a:tblGrid>
              <a:tr h="367819">
                <a:tc>
                  <a:txBody>
                    <a:bodyPr/>
                    <a:lstStyle/>
                    <a:p>
                      <a:pPr marL="0" marR="0" algn="r" rtl="1">
                        <a:lnSpc>
                          <a:spcPct val="107000"/>
                        </a:lnSpc>
                        <a:spcAft>
                          <a:spcPts val="800"/>
                        </a:spcAft>
                        <a:buNone/>
                      </a:pPr>
                      <a:r>
                        <a:rPr lang="he-IL" sz="1000" kern="100">
                          <a:effectLst/>
                        </a:rPr>
                        <a:t>מודל/דיוק במבחן</a:t>
                      </a:r>
                      <a:endParaRPr lang="he-IL"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gridSpan="2">
                  <a:txBody>
                    <a:bodyPr/>
                    <a:lstStyle/>
                    <a:p>
                      <a:pPr marL="0" marR="0" algn="r" rtl="1">
                        <a:lnSpc>
                          <a:spcPct val="107000"/>
                        </a:lnSpc>
                        <a:spcAft>
                          <a:spcPts val="800"/>
                        </a:spcAft>
                        <a:buNone/>
                      </a:pPr>
                      <a:r>
                        <a:rPr lang="en-US" sz="1000" kern="100">
                          <a:effectLst/>
                        </a:rPr>
                        <a:t>MMLU</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hMerge="1">
                  <a:txBody>
                    <a:bodyPr/>
                    <a:lstStyle/>
                    <a:p>
                      <a:endParaRPr lang="LID4096"/>
                    </a:p>
                  </a:txBody>
                  <a:tcPr/>
                </a:tc>
                <a:tc gridSpan="2">
                  <a:txBody>
                    <a:bodyPr/>
                    <a:lstStyle/>
                    <a:p>
                      <a:pPr marL="0" marR="0" algn="r" rtl="1">
                        <a:lnSpc>
                          <a:spcPct val="107000"/>
                        </a:lnSpc>
                        <a:spcAft>
                          <a:spcPts val="800"/>
                        </a:spcAft>
                        <a:buNone/>
                      </a:pPr>
                      <a:r>
                        <a:rPr lang="en-US" sz="1000" kern="100" dirty="0">
                          <a:effectLst/>
                        </a:rPr>
                        <a:t>MUSR</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hMerge="1">
                  <a:txBody>
                    <a:bodyPr/>
                    <a:lstStyle/>
                    <a:p>
                      <a:endParaRPr lang="LID4096"/>
                    </a:p>
                  </a:txBody>
                  <a:tcPr/>
                </a:tc>
                <a:tc gridSpan="2">
                  <a:txBody>
                    <a:bodyPr/>
                    <a:lstStyle/>
                    <a:p>
                      <a:pPr marL="0" marR="0" algn="r" rtl="1">
                        <a:lnSpc>
                          <a:spcPct val="107000"/>
                        </a:lnSpc>
                        <a:spcAft>
                          <a:spcPts val="800"/>
                        </a:spcAft>
                        <a:buNone/>
                      </a:pPr>
                      <a:r>
                        <a:rPr lang="en-US" sz="1000" kern="100">
                          <a:effectLst/>
                        </a:rPr>
                        <a:t>Truthful_MCQ</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hMerge="1">
                  <a:txBody>
                    <a:bodyPr/>
                    <a:lstStyle/>
                    <a:p>
                      <a:endParaRPr lang="LID4096"/>
                    </a:p>
                  </a:txBody>
                  <a:tcPr/>
                </a:tc>
                <a:tc gridSpan="2">
                  <a:txBody>
                    <a:bodyPr/>
                    <a:lstStyle/>
                    <a:p>
                      <a:pPr marL="0" marR="0" algn="r" rtl="1">
                        <a:lnSpc>
                          <a:spcPct val="107000"/>
                        </a:lnSpc>
                        <a:spcAft>
                          <a:spcPts val="800"/>
                        </a:spcAft>
                        <a:buNone/>
                      </a:pPr>
                      <a:r>
                        <a:rPr lang="en-US" sz="1000" kern="100">
                          <a:effectLst/>
                        </a:rPr>
                        <a:t>Truthful_Op</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hMerge="1">
                  <a:txBody>
                    <a:bodyPr/>
                    <a:lstStyle/>
                    <a:p>
                      <a:endParaRPr lang="LID4096"/>
                    </a:p>
                  </a:txBody>
                  <a:tcPr/>
                </a:tc>
                <a:tc gridSpan="2">
                  <a:txBody>
                    <a:bodyPr/>
                    <a:lstStyle/>
                    <a:p>
                      <a:pPr marL="0" marR="0" algn="r" rtl="1">
                        <a:lnSpc>
                          <a:spcPct val="107000"/>
                        </a:lnSpc>
                        <a:spcAft>
                          <a:spcPts val="800"/>
                        </a:spcAft>
                        <a:buNone/>
                      </a:pPr>
                      <a:r>
                        <a:rPr lang="en-US" sz="1000" kern="100">
                          <a:effectLst/>
                        </a:rPr>
                        <a:t>SQuAD</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hMerge="1">
                  <a:txBody>
                    <a:bodyPr/>
                    <a:lstStyle/>
                    <a:p>
                      <a:endParaRPr lang="LID4096"/>
                    </a:p>
                  </a:txBody>
                  <a:tcPr/>
                </a:tc>
                <a:tc gridSpan="2">
                  <a:txBody>
                    <a:bodyPr/>
                    <a:lstStyle/>
                    <a:p>
                      <a:pPr marL="0" marR="0" algn="r" rtl="1">
                        <a:lnSpc>
                          <a:spcPct val="107000"/>
                        </a:lnSpc>
                        <a:spcAft>
                          <a:spcPts val="800"/>
                        </a:spcAft>
                        <a:buNone/>
                      </a:pPr>
                      <a:r>
                        <a:rPr lang="en-US" sz="1000" kern="100" dirty="0">
                          <a:effectLst/>
                        </a:rPr>
                        <a:t>ARC</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hMerge="1">
                  <a:txBody>
                    <a:bodyPr/>
                    <a:lstStyle/>
                    <a:p>
                      <a:endParaRPr lang="LID4096"/>
                    </a:p>
                  </a:txBody>
                  <a:tcPr/>
                </a:tc>
                <a:tc gridSpan="2">
                  <a:txBody>
                    <a:bodyPr/>
                    <a:lstStyle/>
                    <a:p>
                      <a:pPr marL="0" marR="0" algn="r" rtl="1">
                        <a:lnSpc>
                          <a:spcPct val="107000"/>
                        </a:lnSpc>
                        <a:spcAft>
                          <a:spcPts val="800"/>
                        </a:spcAft>
                        <a:buNone/>
                      </a:pPr>
                      <a:r>
                        <a:rPr lang="en-US" sz="1000" kern="100">
                          <a:effectLst/>
                        </a:rPr>
                        <a:t>Web Questions</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hMerge="1">
                  <a:txBody>
                    <a:bodyPr/>
                    <a:lstStyle/>
                    <a:p>
                      <a:endParaRPr lang="LID4096"/>
                    </a:p>
                  </a:txBody>
                  <a:tcPr/>
                </a:tc>
                <a:extLst>
                  <a:ext uri="{0D108BD9-81ED-4DB2-BD59-A6C34878D82A}">
                    <a16:rowId xmlns:a16="http://schemas.microsoft.com/office/drawing/2014/main" val="570018615"/>
                  </a:ext>
                </a:extLst>
              </a:tr>
              <a:tr h="181648">
                <a:tc>
                  <a:txBody>
                    <a:bodyPr/>
                    <a:lstStyle/>
                    <a:p>
                      <a:pPr marL="0" marR="0" algn="r" rtl="1">
                        <a:lnSpc>
                          <a:spcPct val="107000"/>
                        </a:lnSpc>
                        <a:spcAft>
                          <a:spcPts val="800"/>
                        </a:spcAft>
                        <a:buNone/>
                      </a:pPr>
                      <a:r>
                        <a:rPr lang="he-IL" sz="1000" kern="100">
                          <a:effectLst/>
                        </a:rPr>
                        <a:t>סוג פרומפט</a:t>
                      </a:r>
                      <a:endParaRPr lang="he-IL"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07000"/>
                        </a:lnSpc>
                        <a:spcAft>
                          <a:spcPts val="800"/>
                        </a:spcAft>
                        <a:buNone/>
                      </a:pPr>
                      <a:r>
                        <a:rPr lang="en-US" sz="1000" kern="100">
                          <a:effectLst/>
                        </a:rPr>
                        <a:t>simp</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07000"/>
                        </a:lnSpc>
                        <a:spcAft>
                          <a:spcPts val="800"/>
                        </a:spcAft>
                        <a:buNone/>
                      </a:pPr>
                      <a:r>
                        <a:rPr lang="en-US" sz="1000" kern="100">
                          <a:effectLst/>
                        </a:rPr>
                        <a:t>eng</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07000"/>
                        </a:lnSpc>
                        <a:spcAft>
                          <a:spcPts val="800"/>
                        </a:spcAft>
                        <a:buNone/>
                      </a:pPr>
                      <a:r>
                        <a:rPr lang="en-US" sz="1000" kern="100">
                          <a:effectLst/>
                        </a:rPr>
                        <a:t>simp</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07000"/>
                        </a:lnSpc>
                        <a:spcAft>
                          <a:spcPts val="800"/>
                        </a:spcAft>
                        <a:buNone/>
                      </a:pPr>
                      <a:r>
                        <a:rPr lang="en-US" sz="1000" kern="100">
                          <a:effectLst/>
                        </a:rPr>
                        <a:t>eng</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07000"/>
                        </a:lnSpc>
                        <a:spcAft>
                          <a:spcPts val="800"/>
                        </a:spcAft>
                        <a:buNone/>
                      </a:pPr>
                      <a:r>
                        <a:rPr lang="en-US" sz="1000" kern="100">
                          <a:effectLst/>
                        </a:rPr>
                        <a:t>simp</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07000"/>
                        </a:lnSpc>
                        <a:spcAft>
                          <a:spcPts val="800"/>
                        </a:spcAft>
                        <a:buNone/>
                      </a:pPr>
                      <a:r>
                        <a:rPr lang="en-US" sz="1000" kern="100">
                          <a:effectLst/>
                        </a:rPr>
                        <a:t>eng</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07000"/>
                        </a:lnSpc>
                        <a:spcAft>
                          <a:spcPts val="800"/>
                        </a:spcAft>
                        <a:buNone/>
                      </a:pPr>
                      <a:r>
                        <a:rPr lang="en-US" sz="1000" kern="100">
                          <a:effectLst/>
                        </a:rPr>
                        <a:t>simp</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07000"/>
                        </a:lnSpc>
                        <a:spcAft>
                          <a:spcPts val="800"/>
                        </a:spcAft>
                        <a:buNone/>
                      </a:pPr>
                      <a:r>
                        <a:rPr lang="en-US" sz="1000" kern="100">
                          <a:effectLst/>
                        </a:rPr>
                        <a:t>eng</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07000"/>
                        </a:lnSpc>
                        <a:spcAft>
                          <a:spcPts val="800"/>
                        </a:spcAft>
                        <a:buNone/>
                      </a:pPr>
                      <a:r>
                        <a:rPr lang="en-US" sz="1000" kern="100">
                          <a:effectLst/>
                        </a:rPr>
                        <a:t>simp</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07000"/>
                        </a:lnSpc>
                        <a:spcAft>
                          <a:spcPts val="800"/>
                        </a:spcAft>
                        <a:buNone/>
                      </a:pPr>
                      <a:r>
                        <a:rPr lang="en-US" sz="1000" kern="100">
                          <a:effectLst/>
                        </a:rPr>
                        <a:t>eng</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07000"/>
                        </a:lnSpc>
                        <a:spcAft>
                          <a:spcPts val="800"/>
                        </a:spcAft>
                        <a:buNone/>
                      </a:pPr>
                      <a:r>
                        <a:rPr lang="en-US" sz="1000" kern="100">
                          <a:effectLst/>
                        </a:rPr>
                        <a:t>simp</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07000"/>
                        </a:lnSpc>
                        <a:spcAft>
                          <a:spcPts val="800"/>
                        </a:spcAft>
                        <a:buNone/>
                      </a:pPr>
                      <a:r>
                        <a:rPr lang="en-US" sz="1000" kern="100">
                          <a:effectLst/>
                        </a:rPr>
                        <a:t>eng</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07000"/>
                        </a:lnSpc>
                        <a:spcAft>
                          <a:spcPts val="800"/>
                        </a:spcAft>
                        <a:buNone/>
                      </a:pPr>
                      <a:r>
                        <a:rPr lang="en-US" sz="1000" kern="100">
                          <a:effectLst/>
                        </a:rPr>
                        <a:t>simp</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07000"/>
                        </a:lnSpc>
                        <a:spcAft>
                          <a:spcPts val="800"/>
                        </a:spcAft>
                        <a:buNone/>
                      </a:pPr>
                      <a:r>
                        <a:rPr lang="en-US" sz="1000" kern="100">
                          <a:effectLst/>
                        </a:rPr>
                        <a:t>eng</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999177235"/>
                  </a:ext>
                </a:extLst>
              </a:tr>
              <a:tr h="367819">
                <a:tc>
                  <a:txBody>
                    <a:bodyPr/>
                    <a:lstStyle/>
                    <a:p>
                      <a:pPr marL="0" marR="0" algn="r" rtl="1">
                        <a:lnSpc>
                          <a:spcPct val="107000"/>
                        </a:lnSpc>
                        <a:spcAft>
                          <a:spcPts val="800"/>
                        </a:spcAft>
                        <a:buNone/>
                      </a:pPr>
                      <a:r>
                        <a:rPr lang="en-US" sz="1000" kern="100">
                          <a:effectLst/>
                        </a:rPr>
                        <a:t>dolphin3</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0">
                        <a:lnSpc>
                          <a:spcPct val="107000"/>
                        </a:lnSpc>
                        <a:spcAft>
                          <a:spcPts val="800"/>
                        </a:spcAft>
                        <a:buNone/>
                      </a:pPr>
                      <a:r>
                        <a:rPr lang="en-US" sz="1000" kern="100">
                          <a:effectLst/>
                        </a:rPr>
                        <a:t>66.9%</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65.9%</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42.1%</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39.9%</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39.2%</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43.5%</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27.9%</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31.7%</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94.4%</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95.0%</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dirty="0">
                          <a:effectLst/>
                        </a:rPr>
                        <a:t>68.6%</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dirty="0">
                          <a:effectLst/>
                        </a:rPr>
                        <a:t>67.8%</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dirty="0">
                          <a:effectLst/>
                        </a:rPr>
                        <a:t>53.6%</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55.3%</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3589188965"/>
                  </a:ext>
                </a:extLst>
              </a:tr>
              <a:tr h="367819">
                <a:tc>
                  <a:txBody>
                    <a:bodyPr/>
                    <a:lstStyle/>
                    <a:p>
                      <a:pPr marL="0" marR="0" algn="r" rtl="1">
                        <a:lnSpc>
                          <a:spcPct val="107000"/>
                        </a:lnSpc>
                        <a:spcAft>
                          <a:spcPts val="800"/>
                        </a:spcAft>
                        <a:buNone/>
                      </a:pPr>
                      <a:r>
                        <a:rPr lang="en-US" sz="1000" kern="100">
                          <a:effectLst/>
                        </a:rPr>
                        <a:t>gemma3:4b</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0">
                        <a:lnSpc>
                          <a:spcPct val="107000"/>
                        </a:lnSpc>
                        <a:spcAft>
                          <a:spcPts val="800"/>
                        </a:spcAft>
                        <a:buNone/>
                      </a:pPr>
                      <a:r>
                        <a:rPr lang="en-US" sz="1000" kern="100">
                          <a:effectLst/>
                        </a:rPr>
                        <a:t>66.6%</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63.6%</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47.0%</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44.7%</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41.6%</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42.0%</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25.2%</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28.6%</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93.8%</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95.2%</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72.5%</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69.0%</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48.5%</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dirty="0">
                          <a:effectLst/>
                        </a:rPr>
                        <a:t>50.2%</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3840258358"/>
                  </a:ext>
                </a:extLst>
              </a:tr>
              <a:tr h="367819">
                <a:tc>
                  <a:txBody>
                    <a:bodyPr/>
                    <a:lstStyle/>
                    <a:p>
                      <a:pPr marL="0" marR="0" algn="r" rtl="1">
                        <a:lnSpc>
                          <a:spcPct val="107000"/>
                        </a:lnSpc>
                        <a:spcAft>
                          <a:spcPts val="800"/>
                        </a:spcAft>
                        <a:buNone/>
                      </a:pPr>
                      <a:r>
                        <a:rPr lang="en-US" sz="1000" kern="100">
                          <a:effectLst/>
                        </a:rPr>
                        <a:t>gemma3:12b</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0">
                        <a:lnSpc>
                          <a:spcPct val="107000"/>
                        </a:lnSpc>
                        <a:spcAft>
                          <a:spcPts val="800"/>
                        </a:spcAft>
                        <a:buNone/>
                      </a:pPr>
                      <a:r>
                        <a:rPr lang="en-US" sz="1000" kern="100" dirty="0">
                          <a:effectLst/>
                        </a:rPr>
                        <a:t>82.5%</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b="1" kern="100" dirty="0">
                          <a:effectLst/>
                        </a:rPr>
                        <a:t>82.9%</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b="1" kern="100" dirty="0">
                          <a:effectLst/>
                        </a:rPr>
                        <a:t>54.3%</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dirty="0">
                          <a:effectLst/>
                        </a:rPr>
                        <a:t>53.6%</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64.0%</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b="1" kern="100" dirty="0">
                          <a:effectLst/>
                        </a:rPr>
                        <a:t>66.3%</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36.6%</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40.6%</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96.2%</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b="1" kern="100" dirty="0">
                          <a:effectLst/>
                        </a:rPr>
                        <a:t>97.1%</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dirty="0">
                          <a:effectLst/>
                        </a:rPr>
                        <a:t>88.7%</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b="1" kern="100" dirty="0">
                          <a:effectLst/>
                        </a:rPr>
                        <a:t>88.9%</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b="1" kern="100" dirty="0">
                          <a:effectLst/>
                        </a:rPr>
                        <a:t>59.5%</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58.7%</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272263738"/>
                  </a:ext>
                </a:extLst>
              </a:tr>
              <a:tr h="367819">
                <a:tc>
                  <a:txBody>
                    <a:bodyPr/>
                    <a:lstStyle/>
                    <a:p>
                      <a:pPr marL="0" marR="0" algn="r" rtl="1">
                        <a:lnSpc>
                          <a:spcPct val="107000"/>
                        </a:lnSpc>
                        <a:spcAft>
                          <a:spcPts val="800"/>
                        </a:spcAft>
                        <a:buNone/>
                      </a:pPr>
                      <a:r>
                        <a:rPr lang="en-US" sz="1000" kern="100">
                          <a:effectLst/>
                        </a:rPr>
                        <a:t>llama3.1</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0">
                        <a:lnSpc>
                          <a:spcPct val="107000"/>
                        </a:lnSpc>
                        <a:spcAft>
                          <a:spcPts val="800"/>
                        </a:spcAft>
                        <a:buNone/>
                      </a:pPr>
                      <a:r>
                        <a:rPr lang="en-US" sz="1000" kern="100">
                          <a:effectLst/>
                        </a:rPr>
                        <a:t>77.8%</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77.0%</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dirty="0">
                          <a:effectLst/>
                        </a:rPr>
                        <a:t>35.8%</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35.6%</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46.5%</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51.8%</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31.3%</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35.4%</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95.4%</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95.6%</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78.2%</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78.2%</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59.7%</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58.1%</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3002892269"/>
                  </a:ext>
                </a:extLst>
              </a:tr>
              <a:tr h="367819">
                <a:tc>
                  <a:txBody>
                    <a:bodyPr/>
                    <a:lstStyle/>
                    <a:p>
                      <a:pPr marL="0" marR="0" algn="r" rtl="1">
                        <a:lnSpc>
                          <a:spcPct val="107000"/>
                        </a:lnSpc>
                        <a:spcAft>
                          <a:spcPts val="800"/>
                        </a:spcAft>
                        <a:buNone/>
                      </a:pPr>
                      <a:r>
                        <a:rPr lang="en-US" sz="1000" kern="100">
                          <a:effectLst/>
                        </a:rPr>
                        <a:t>llama3.2</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0">
                        <a:lnSpc>
                          <a:spcPct val="107000"/>
                        </a:lnSpc>
                        <a:spcAft>
                          <a:spcPts val="800"/>
                        </a:spcAft>
                        <a:buNone/>
                      </a:pPr>
                      <a:r>
                        <a:rPr lang="en-US" sz="1000" kern="100">
                          <a:effectLst/>
                        </a:rPr>
                        <a:t>66.1%</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67.9%</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40.1%</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43.7%</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48.6%</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47.2%</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27.2%</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28.4%</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93.9%</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91.6%</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66.2%</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67.2%</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51.2%</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50.5%</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1635510288"/>
                  </a:ext>
                </a:extLst>
              </a:tr>
              <a:tr h="367819">
                <a:tc>
                  <a:txBody>
                    <a:bodyPr/>
                    <a:lstStyle/>
                    <a:p>
                      <a:pPr marL="0" marR="0" algn="r" rtl="1">
                        <a:lnSpc>
                          <a:spcPct val="107000"/>
                        </a:lnSpc>
                        <a:spcAft>
                          <a:spcPts val="800"/>
                        </a:spcAft>
                        <a:buNone/>
                      </a:pPr>
                      <a:r>
                        <a:rPr lang="en-US" sz="1000" kern="100">
                          <a:effectLst/>
                        </a:rPr>
                        <a:t>qwen2.5</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0">
                        <a:lnSpc>
                          <a:spcPct val="107000"/>
                        </a:lnSpc>
                        <a:spcAft>
                          <a:spcPts val="800"/>
                        </a:spcAft>
                        <a:buNone/>
                      </a:pPr>
                      <a:r>
                        <a:rPr lang="en-US" sz="1000" kern="100">
                          <a:effectLst/>
                        </a:rPr>
                        <a:t>78.7%</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dirty="0">
                          <a:effectLst/>
                        </a:rPr>
                        <a:t>79.7%</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48.2%</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dirty="0">
                          <a:effectLst/>
                        </a:rPr>
                        <a:t>46.4%</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57.4%</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61.8%</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37.7%</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b="1" kern="100" dirty="0">
                          <a:effectLst/>
                        </a:rPr>
                        <a:t>40.9%</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96.0%</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96.1%</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87.3%</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86.9%</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53.8%</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54.2%</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1941953738"/>
                  </a:ext>
                </a:extLst>
              </a:tr>
              <a:tr h="367819">
                <a:tc>
                  <a:txBody>
                    <a:bodyPr/>
                    <a:lstStyle/>
                    <a:p>
                      <a:pPr marL="0" marR="0" algn="r" rtl="1">
                        <a:lnSpc>
                          <a:spcPct val="107000"/>
                        </a:lnSpc>
                        <a:spcAft>
                          <a:spcPts val="800"/>
                        </a:spcAft>
                        <a:buNone/>
                      </a:pPr>
                      <a:r>
                        <a:rPr lang="en-US" sz="1000" kern="100">
                          <a:effectLst/>
                        </a:rPr>
                        <a:t>tulu3</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0">
                        <a:lnSpc>
                          <a:spcPct val="107000"/>
                        </a:lnSpc>
                        <a:spcAft>
                          <a:spcPts val="800"/>
                        </a:spcAft>
                        <a:buNone/>
                      </a:pPr>
                      <a:r>
                        <a:rPr lang="en-US" sz="1000" kern="100">
                          <a:effectLst/>
                        </a:rPr>
                        <a:t>71.2%</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69.7%</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39.7%</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42.5%</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42.5%</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dirty="0">
                          <a:effectLst/>
                        </a:rPr>
                        <a:t>44.1%</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23.7%</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30.0%</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93.1%</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94.7%</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65.7%</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69.2%</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a:effectLst/>
                        </a:rPr>
                        <a:t>53.9%</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tc>
                  <a:txBody>
                    <a:bodyPr/>
                    <a:lstStyle/>
                    <a:p>
                      <a:pPr marL="0" marR="0" algn="r" rtl="0">
                        <a:lnSpc>
                          <a:spcPct val="107000"/>
                        </a:lnSpc>
                        <a:spcAft>
                          <a:spcPts val="800"/>
                        </a:spcAft>
                        <a:buNone/>
                      </a:pPr>
                      <a:r>
                        <a:rPr lang="en-US" sz="1000" kern="100" dirty="0">
                          <a:effectLst/>
                        </a:rPr>
                        <a:t>58.1%</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514804926"/>
                  </a:ext>
                </a:extLst>
              </a:tr>
            </a:tbl>
          </a:graphicData>
        </a:graphic>
      </p:graphicFrame>
    </p:spTree>
    <p:extLst>
      <p:ext uri="{BB962C8B-B14F-4D97-AF65-F5344CB8AC3E}">
        <p14:creationId xmlns:p14="http://schemas.microsoft.com/office/powerpoint/2010/main" val="3655068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69D6A-8AB6-7E3D-2568-0E5F332F410E}"/>
              </a:ext>
            </a:extLst>
          </p:cNvPr>
          <p:cNvSpPr>
            <a:spLocks noGrp="1"/>
          </p:cNvSpPr>
          <p:nvPr>
            <p:ph type="title"/>
          </p:nvPr>
        </p:nvSpPr>
        <p:spPr/>
        <p:txBody>
          <a:bodyPr/>
          <a:lstStyle/>
          <a:p>
            <a:pPr rtl="1"/>
            <a:r>
              <a:rPr lang="he-IL" dirty="0"/>
              <a:t>ניתוח מנורמל של תוצאות הבדיקה</a:t>
            </a:r>
            <a:endParaRPr lang="LID4096" dirty="0"/>
          </a:p>
        </p:txBody>
      </p:sp>
      <p:sp>
        <p:nvSpPr>
          <p:cNvPr id="3" name="Content Placeholder 2">
            <a:extLst>
              <a:ext uri="{FF2B5EF4-FFF2-40B4-BE49-F238E27FC236}">
                <a16:creationId xmlns:a16="http://schemas.microsoft.com/office/drawing/2014/main" id="{EEFEE222-D41B-3331-782E-5B3DBEF62DF1}"/>
              </a:ext>
            </a:extLst>
          </p:cNvPr>
          <p:cNvSpPr>
            <a:spLocks noGrp="1"/>
          </p:cNvSpPr>
          <p:nvPr>
            <p:ph idx="1"/>
          </p:nvPr>
        </p:nvSpPr>
        <p:spPr>
          <a:xfrm>
            <a:off x="1708244" y="1996751"/>
            <a:ext cx="10018713" cy="4544007"/>
          </a:xfrm>
        </p:spPr>
        <p:txBody>
          <a:bodyPr>
            <a:normAutofit fontScale="70000" lnSpcReduction="20000"/>
          </a:bodyPr>
          <a:lstStyle/>
          <a:p>
            <a:pPr algn="r" rtl="1"/>
            <a:r>
              <a:rPr lang="he-IL" dirty="0"/>
              <a:t>להערכה כללית נתנו משקלים שונים למבחנים לפי חשיבותם לפרויקט, ביצענו נרמול לציוני המודלים לכל מבחן וחישבנו ציון משוקלל כולל.</a:t>
            </a:r>
          </a:p>
          <a:p>
            <a:pPr algn="r" rtl="1">
              <a:buFont typeface="Arial" panose="020B0604020202020204" pitchFamily="34" charset="0"/>
              <a:buChar char="•"/>
            </a:pPr>
            <a:r>
              <a:rPr lang="en-US" dirty="0"/>
              <a:t>Gemma3</a:t>
            </a:r>
            <a:r>
              <a:rPr lang="he-IL" dirty="0"/>
              <a:t> הציג דיוק מעט גבוה יותר אך:</a:t>
            </a:r>
          </a:p>
          <a:p>
            <a:pPr lvl="1" algn="r" rtl="1">
              <a:buFont typeface="Arial" panose="020B0604020202020204" pitchFamily="34" charset="0"/>
              <a:buChar char="•"/>
            </a:pPr>
            <a:r>
              <a:rPr lang="he-IL" dirty="0"/>
              <a:t>דרש ~</a:t>
            </a:r>
            <a:r>
              <a:rPr lang="en-US" dirty="0"/>
              <a:t>GB</a:t>
            </a:r>
            <a:r>
              <a:rPr lang="he-IL" dirty="0"/>
              <a:t>18 זיכרון</a:t>
            </a:r>
          </a:p>
          <a:p>
            <a:pPr lvl="1" algn="r" rtl="1">
              <a:buFont typeface="Arial" panose="020B0604020202020204" pitchFamily="34" charset="0"/>
              <a:buChar char="•"/>
            </a:pPr>
            <a:r>
              <a:rPr lang="he-IL" dirty="0"/>
              <a:t>זמן ריצה ארוך יותר - כמעט פי 2</a:t>
            </a:r>
          </a:p>
          <a:p>
            <a:pPr algn="r" rtl="1">
              <a:buFont typeface="Arial" panose="020B0604020202020204" pitchFamily="34" charset="0"/>
              <a:buChar char="•"/>
            </a:pPr>
            <a:r>
              <a:rPr lang="en-US" dirty="0"/>
              <a:t>Qwen 2.5</a:t>
            </a:r>
            <a:r>
              <a:rPr lang="he-IL" dirty="0"/>
              <a:t> סיפק:</a:t>
            </a:r>
          </a:p>
          <a:p>
            <a:pPr lvl="1" algn="r" rtl="1">
              <a:buFont typeface="Arial" panose="020B0604020202020204" pitchFamily="34" charset="0"/>
              <a:buChar char="•"/>
            </a:pPr>
            <a:r>
              <a:rPr lang="he-IL" dirty="0"/>
              <a:t>דיוק דומה ל</a:t>
            </a:r>
            <a:r>
              <a:rPr lang="en-US" dirty="0"/>
              <a:t>Gemma3</a:t>
            </a:r>
          </a:p>
          <a:p>
            <a:pPr lvl="1" algn="r" rtl="1">
              <a:buFont typeface="Arial" panose="020B0604020202020204" pitchFamily="34" charset="0"/>
              <a:buChar char="•"/>
            </a:pPr>
            <a:r>
              <a:rPr lang="he-IL" dirty="0"/>
              <a:t>צריכת זיכרון נמוכה ~</a:t>
            </a:r>
            <a:r>
              <a:rPr lang="en-US" dirty="0"/>
              <a:t>GB</a:t>
            </a:r>
            <a:r>
              <a:rPr lang="he-IL" dirty="0"/>
              <a:t>6</a:t>
            </a:r>
          </a:p>
          <a:p>
            <a:pPr lvl="1" algn="r" rtl="1">
              <a:buFont typeface="Arial" panose="020B0604020202020204" pitchFamily="34" charset="0"/>
              <a:buChar char="•"/>
            </a:pPr>
            <a:r>
              <a:rPr lang="he-IL" dirty="0"/>
              <a:t>זמן ריצה מהיר</a:t>
            </a:r>
          </a:p>
          <a:p>
            <a:pPr algn="r" rtl="1"/>
            <a:endParaRPr lang="he-IL" dirty="0"/>
          </a:p>
          <a:p>
            <a:pPr algn="r" rtl="1"/>
            <a:endParaRPr lang="he-IL" dirty="0"/>
          </a:p>
          <a:p>
            <a:pPr algn="r" rtl="1">
              <a:lnSpc>
                <a:spcPct val="120000"/>
              </a:lnSpc>
            </a:pPr>
            <a:r>
              <a:rPr lang="he-IL" dirty="0"/>
              <a:t>השילוב בין </a:t>
            </a:r>
            <a:r>
              <a:rPr lang="he-IL" b="1" dirty="0"/>
              <a:t>דיוק גבוה, מהירות תגובה והתאמה</a:t>
            </a:r>
            <a:br>
              <a:rPr lang="en-US" b="1" dirty="0"/>
            </a:br>
            <a:r>
              <a:rPr lang="he-IL" b="1" dirty="0"/>
              <a:t> לסביבת חומרה מוגבלת </a:t>
            </a:r>
            <a:r>
              <a:rPr lang="he-IL" dirty="0"/>
              <a:t>הפך את </a:t>
            </a:r>
            <a:r>
              <a:rPr lang="en-US" dirty="0"/>
              <a:t>Qwen-2.5</a:t>
            </a:r>
            <a:br>
              <a:rPr lang="en-US" dirty="0"/>
            </a:br>
            <a:r>
              <a:rPr lang="he-IL" dirty="0"/>
              <a:t>לבחירה האופטימלית עבור המערכת שפיתחנו.</a:t>
            </a:r>
          </a:p>
          <a:p>
            <a:pPr algn="r" rtl="1"/>
            <a:endParaRPr lang="LID4096" dirty="0"/>
          </a:p>
        </p:txBody>
      </p:sp>
      <p:sp>
        <p:nvSpPr>
          <p:cNvPr id="8" name="Footer Placeholder 7">
            <a:extLst>
              <a:ext uri="{FF2B5EF4-FFF2-40B4-BE49-F238E27FC236}">
                <a16:creationId xmlns:a16="http://schemas.microsoft.com/office/drawing/2014/main" id="{FE43C1FF-E1A6-350C-96CA-1726B84A144D}"/>
              </a:ext>
            </a:extLst>
          </p:cNvPr>
          <p:cNvSpPr>
            <a:spLocks noGrp="1"/>
          </p:cNvSpPr>
          <p:nvPr>
            <p:ph type="ftr" sz="quarter" idx="11"/>
          </p:nvPr>
        </p:nvSpPr>
        <p:spPr>
          <a:xfrm>
            <a:off x="3175511" y="6239985"/>
            <a:ext cx="7084177" cy="365125"/>
          </a:xfrm>
        </p:spPr>
        <p:txBody>
          <a:bodyPr/>
          <a:lstStyle/>
          <a:p>
            <a:pPr algn="ctr"/>
            <a:r>
              <a:rPr lang="he-IL" sz="1200" dirty="0"/>
              <a:t>פרויקט מס' 217</a:t>
            </a:r>
          </a:p>
        </p:txBody>
      </p:sp>
      <p:graphicFrame>
        <p:nvGraphicFramePr>
          <p:cNvPr id="5" name="Chart 4">
            <a:extLst>
              <a:ext uri="{FF2B5EF4-FFF2-40B4-BE49-F238E27FC236}">
                <a16:creationId xmlns:a16="http://schemas.microsoft.com/office/drawing/2014/main" id="{9ABDAA13-0B4B-4AEB-A4DC-9C878BC12AF2}"/>
              </a:ext>
            </a:extLst>
          </p:cNvPr>
          <p:cNvGraphicFramePr/>
          <p:nvPr>
            <p:extLst>
              <p:ext uri="{D42A27DB-BD31-4B8C-83A1-F6EECF244321}">
                <p14:modId xmlns:p14="http://schemas.microsoft.com/office/powerpoint/2010/main" val="2994584783"/>
              </p:ext>
            </p:extLst>
          </p:nvPr>
        </p:nvGraphicFramePr>
        <p:xfrm>
          <a:off x="1921666" y="2286154"/>
          <a:ext cx="5626799" cy="323756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Table 5">
            <a:extLst>
              <a:ext uri="{FF2B5EF4-FFF2-40B4-BE49-F238E27FC236}">
                <a16:creationId xmlns:a16="http://schemas.microsoft.com/office/drawing/2014/main" id="{8E155E6C-0D0B-BDA8-FDFA-E8941303A043}"/>
              </a:ext>
            </a:extLst>
          </p:cNvPr>
          <p:cNvGraphicFramePr>
            <a:graphicFrameLocks noGrp="1"/>
          </p:cNvGraphicFramePr>
          <p:nvPr>
            <p:extLst>
              <p:ext uri="{D42A27DB-BD31-4B8C-83A1-F6EECF244321}">
                <p14:modId xmlns:p14="http://schemas.microsoft.com/office/powerpoint/2010/main" val="739269050"/>
              </p:ext>
            </p:extLst>
          </p:nvPr>
        </p:nvGraphicFramePr>
        <p:xfrm>
          <a:off x="1819469" y="5588074"/>
          <a:ext cx="5505063" cy="595774"/>
        </p:xfrm>
        <a:graphic>
          <a:graphicData uri="http://schemas.openxmlformats.org/drawingml/2006/table">
            <a:tbl>
              <a:tblPr rtl="1" firstRow="1" firstCol="1" bandRow="1">
                <a:tableStyleId>{5C22544A-7EE6-4342-B048-85BDC9FD1C3A}</a:tableStyleId>
              </a:tblPr>
              <a:tblGrid>
                <a:gridCol w="597161">
                  <a:extLst>
                    <a:ext uri="{9D8B030D-6E8A-4147-A177-3AD203B41FA5}">
                      <a16:colId xmlns:a16="http://schemas.microsoft.com/office/drawing/2014/main" val="2214086332"/>
                    </a:ext>
                  </a:extLst>
                </a:gridCol>
                <a:gridCol w="556105">
                  <a:extLst>
                    <a:ext uri="{9D8B030D-6E8A-4147-A177-3AD203B41FA5}">
                      <a16:colId xmlns:a16="http://schemas.microsoft.com/office/drawing/2014/main" val="2639783983"/>
                    </a:ext>
                  </a:extLst>
                </a:gridCol>
                <a:gridCol w="520370">
                  <a:extLst>
                    <a:ext uri="{9D8B030D-6E8A-4147-A177-3AD203B41FA5}">
                      <a16:colId xmlns:a16="http://schemas.microsoft.com/office/drawing/2014/main" val="399325693"/>
                    </a:ext>
                  </a:extLst>
                </a:gridCol>
                <a:gridCol w="933079">
                  <a:extLst>
                    <a:ext uri="{9D8B030D-6E8A-4147-A177-3AD203B41FA5}">
                      <a16:colId xmlns:a16="http://schemas.microsoft.com/office/drawing/2014/main" val="2262899370"/>
                    </a:ext>
                  </a:extLst>
                </a:gridCol>
                <a:gridCol w="845613">
                  <a:extLst>
                    <a:ext uri="{9D8B030D-6E8A-4147-A177-3AD203B41FA5}">
                      <a16:colId xmlns:a16="http://schemas.microsoft.com/office/drawing/2014/main" val="1849460730"/>
                    </a:ext>
                  </a:extLst>
                </a:gridCol>
                <a:gridCol w="578498">
                  <a:extLst>
                    <a:ext uri="{9D8B030D-6E8A-4147-A177-3AD203B41FA5}">
                      <a16:colId xmlns:a16="http://schemas.microsoft.com/office/drawing/2014/main" val="2387333446"/>
                    </a:ext>
                  </a:extLst>
                </a:gridCol>
                <a:gridCol w="399486">
                  <a:extLst>
                    <a:ext uri="{9D8B030D-6E8A-4147-A177-3AD203B41FA5}">
                      <a16:colId xmlns:a16="http://schemas.microsoft.com/office/drawing/2014/main" val="13136915"/>
                    </a:ext>
                  </a:extLst>
                </a:gridCol>
                <a:gridCol w="1074751">
                  <a:extLst>
                    <a:ext uri="{9D8B030D-6E8A-4147-A177-3AD203B41FA5}">
                      <a16:colId xmlns:a16="http://schemas.microsoft.com/office/drawing/2014/main" val="3476745100"/>
                    </a:ext>
                  </a:extLst>
                </a:gridCol>
              </a:tblGrid>
              <a:tr h="297887">
                <a:tc>
                  <a:txBody>
                    <a:bodyPr/>
                    <a:lstStyle/>
                    <a:p>
                      <a:pPr marL="0" marR="0" algn="r" rtl="1">
                        <a:lnSpc>
                          <a:spcPct val="107000"/>
                        </a:lnSpc>
                        <a:spcAft>
                          <a:spcPts val="800"/>
                        </a:spcAft>
                        <a:buNone/>
                      </a:pPr>
                      <a:r>
                        <a:rPr lang="he-IL" sz="1000" kern="100">
                          <a:effectLst/>
                        </a:rPr>
                        <a:t>מבחן</a:t>
                      </a:r>
                      <a:endParaRPr lang="he-IL"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07000"/>
                        </a:lnSpc>
                        <a:spcAft>
                          <a:spcPts val="800"/>
                        </a:spcAft>
                        <a:buNone/>
                      </a:pPr>
                      <a:r>
                        <a:rPr lang="en-US" sz="1000" kern="100">
                          <a:effectLst/>
                        </a:rPr>
                        <a:t>MMLU</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07000"/>
                        </a:lnSpc>
                        <a:spcAft>
                          <a:spcPts val="800"/>
                        </a:spcAft>
                        <a:buNone/>
                      </a:pPr>
                      <a:r>
                        <a:rPr lang="en-US" sz="1000" kern="100" dirty="0">
                          <a:effectLst/>
                        </a:rPr>
                        <a:t>MUSR</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07000"/>
                        </a:lnSpc>
                        <a:spcAft>
                          <a:spcPts val="800"/>
                        </a:spcAft>
                        <a:buNone/>
                      </a:pPr>
                      <a:r>
                        <a:rPr lang="en-US" sz="1000" kern="100">
                          <a:effectLst/>
                        </a:rPr>
                        <a:t>Truthful_MCQ</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07000"/>
                        </a:lnSpc>
                        <a:spcAft>
                          <a:spcPts val="800"/>
                        </a:spcAft>
                        <a:buNone/>
                      </a:pPr>
                      <a:r>
                        <a:rPr lang="en-US" sz="1000" kern="100">
                          <a:effectLst/>
                        </a:rPr>
                        <a:t>Truthful_Op</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07000"/>
                        </a:lnSpc>
                        <a:spcAft>
                          <a:spcPts val="800"/>
                        </a:spcAft>
                        <a:buNone/>
                      </a:pPr>
                      <a:r>
                        <a:rPr lang="en-US" sz="1000" kern="100">
                          <a:effectLst/>
                        </a:rPr>
                        <a:t>SQuAD</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07000"/>
                        </a:lnSpc>
                        <a:spcAft>
                          <a:spcPts val="800"/>
                        </a:spcAft>
                        <a:buNone/>
                      </a:pPr>
                      <a:r>
                        <a:rPr lang="en-US" sz="1000" kern="100">
                          <a:effectLst/>
                        </a:rPr>
                        <a:t>ARC</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07000"/>
                        </a:lnSpc>
                        <a:spcAft>
                          <a:spcPts val="800"/>
                        </a:spcAft>
                        <a:buNone/>
                      </a:pPr>
                      <a:r>
                        <a:rPr lang="en-US" sz="1000" kern="100">
                          <a:effectLst/>
                        </a:rPr>
                        <a:t>Web_Questions</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870287410"/>
                  </a:ext>
                </a:extLst>
              </a:tr>
              <a:tr h="297887">
                <a:tc>
                  <a:txBody>
                    <a:bodyPr/>
                    <a:lstStyle/>
                    <a:p>
                      <a:pPr marL="0" marR="0" algn="r" rtl="1">
                        <a:lnSpc>
                          <a:spcPct val="107000"/>
                        </a:lnSpc>
                        <a:spcAft>
                          <a:spcPts val="800"/>
                        </a:spcAft>
                        <a:buNone/>
                      </a:pPr>
                      <a:r>
                        <a:rPr lang="he-IL" sz="1000" kern="100">
                          <a:effectLst/>
                        </a:rPr>
                        <a:t>משקל</a:t>
                      </a:r>
                      <a:endParaRPr lang="he-IL"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rtl="0">
                        <a:lnSpc>
                          <a:spcPct val="107000"/>
                        </a:lnSpc>
                        <a:spcAft>
                          <a:spcPts val="800"/>
                        </a:spcAft>
                        <a:buNone/>
                      </a:pPr>
                      <a:r>
                        <a:rPr lang="en-US" sz="1000" kern="100" dirty="0">
                          <a:effectLst/>
                        </a:rPr>
                        <a:t>1.5</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rtl="0">
                        <a:lnSpc>
                          <a:spcPct val="107000"/>
                        </a:lnSpc>
                        <a:spcAft>
                          <a:spcPts val="800"/>
                        </a:spcAft>
                        <a:buNone/>
                      </a:pPr>
                      <a:r>
                        <a:rPr lang="en-US" sz="1000" kern="100" dirty="0">
                          <a:effectLst/>
                        </a:rPr>
                        <a:t>0.5</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rtl="0">
                        <a:lnSpc>
                          <a:spcPct val="107000"/>
                        </a:lnSpc>
                        <a:spcAft>
                          <a:spcPts val="800"/>
                        </a:spcAft>
                        <a:buNone/>
                      </a:pPr>
                      <a:r>
                        <a:rPr lang="en-US" sz="1000" kern="100" dirty="0">
                          <a:effectLst/>
                        </a:rPr>
                        <a:t>0.5</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rtl="0">
                        <a:lnSpc>
                          <a:spcPct val="107000"/>
                        </a:lnSpc>
                        <a:spcAft>
                          <a:spcPts val="800"/>
                        </a:spcAft>
                        <a:buNone/>
                      </a:pPr>
                      <a:r>
                        <a:rPr lang="en-US" sz="1000" kern="100">
                          <a:effectLst/>
                        </a:rPr>
                        <a:t>0.5</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rtl="0">
                        <a:lnSpc>
                          <a:spcPct val="107000"/>
                        </a:lnSpc>
                        <a:spcAft>
                          <a:spcPts val="800"/>
                        </a:spcAft>
                        <a:buNone/>
                      </a:pPr>
                      <a:r>
                        <a:rPr lang="en-US" sz="1000" kern="100" dirty="0">
                          <a:effectLst/>
                        </a:rPr>
                        <a:t>1.5</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rtl="0">
                        <a:lnSpc>
                          <a:spcPct val="107000"/>
                        </a:lnSpc>
                        <a:spcAft>
                          <a:spcPts val="800"/>
                        </a:spcAft>
                        <a:buNone/>
                      </a:pPr>
                      <a:r>
                        <a:rPr lang="en-US" sz="1000" kern="100">
                          <a:effectLst/>
                        </a:rPr>
                        <a:t>1</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rtl="0">
                        <a:lnSpc>
                          <a:spcPct val="107000"/>
                        </a:lnSpc>
                        <a:spcAft>
                          <a:spcPts val="800"/>
                        </a:spcAft>
                        <a:buNone/>
                      </a:pPr>
                      <a:r>
                        <a:rPr lang="en-US" sz="1000" kern="100" dirty="0">
                          <a:effectLst/>
                        </a:rPr>
                        <a:t>1</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871038296"/>
                  </a:ext>
                </a:extLst>
              </a:tr>
            </a:tbl>
          </a:graphicData>
        </a:graphic>
      </p:graphicFrame>
    </p:spTree>
    <p:extLst>
      <p:ext uri="{BB962C8B-B14F-4D97-AF65-F5344CB8AC3E}">
        <p14:creationId xmlns:p14="http://schemas.microsoft.com/office/powerpoint/2010/main" val="1535810225"/>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76B06-1397-0BCE-568B-43606117F827}"/>
              </a:ext>
            </a:extLst>
          </p:cNvPr>
          <p:cNvSpPr>
            <a:spLocks noGrp="1"/>
          </p:cNvSpPr>
          <p:nvPr>
            <p:ph type="title"/>
          </p:nvPr>
        </p:nvSpPr>
        <p:spPr/>
        <p:txBody>
          <a:bodyPr/>
          <a:lstStyle/>
          <a:p>
            <a:pPr rtl="1"/>
            <a:r>
              <a:rPr lang="he-IL" dirty="0"/>
              <a:t>חלק 2:תוכנת הצ'אטבוט ושילובו ברובוט</a:t>
            </a:r>
            <a:endParaRPr lang="LID4096" dirty="0"/>
          </a:p>
        </p:txBody>
      </p:sp>
      <p:sp>
        <p:nvSpPr>
          <p:cNvPr id="3" name="Content Placeholder 2">
            <a:extLst>
              <a:ext uri="{FF2B5EF4-FFF2-40B4-BE49-F238E27FC236}">
                <a16:creationId xmlns:a16="http://schemas.microsoft.com/office/drawing/2014/main" id="{E5D187BC-3047-95A7-E2F0-25C660834DAE}"/>
              </a:ext>
            </a:extLst>
          </p:cNvPr>
          <p:cNvSpPr>
            <a:spLocks noGrp="1"/>
          </p:cNvSpPr>
          <p:nvPr>
            <p:ph idx="1"/>
          </p:nvPr>
        </p:nvSpPr>
        <p:spPr>
          <a:xfrm>
            <a:off x="1484310" y="2351313"/>
            <a:ext cx="10018713" cy="4161453"/>
          </a:xfrm>
        </p:spPr>
        <p:txBody>
          <a:bodyPr>
            <a:normAutofit fontScale="55000" lnSpcReduction="20000"/>
          </a:bodyPr>
          <a:lstStyle/>
          <a:p>
            <a:pPr marL="0" indent="0" algn="r" rtl="1">
              <a:lnSpc>
                <a:spcPct val="120000"/>
              </a:lnSpc>
              <a:buNone/>
            </a:pPr>
            <a:r>
              <a:rPr lang="he-IL" sz="2800" dirty="0"/>
              <a:t>פיתחנו תוכנה שהופכת את המודל לצ'אטבוט שמנהל שיחה בשפה טבעית ורציפה עם המשתמש. התוכנה כוללת רכיבים שמטפלים בקלט, הגדרת תחום עניין, ביצירת תגובות, ובניהול הקשר לאורך זמן. כמו כן, יצרנו מערכת </a:t>
            </a:r>
            <a:r>
              <a:rPr lang="en-US" sz="2800" dirty="0"/>
              <a:t>RAG</a:t>
            </a:r>
            <a:r>
              <a:rPr lang="he-IL" sz="2800" dirty="0"/>
              <a:t> על-מנת לאפשר לצ'אטבוט לאחזר מידע מהימן שנשמר מראש. המערכת כוללת:</a:t>
            </a:r>
            <a:endParaRPr lang="he-IL" altLang="he-IL" sz="2800" dirty="0">
              <a:latin typeface="Arial" panose="020B0604020202020204" pitchFamily="34" charset="0"/>
            </a:endParaRPr>
          </a:p>
          <a:p>
            <a:pPr algn="r" rtl="1">
              <a:lnSpc>
                <a:spcPct val="120000"/>
              </a:lnSpc>
              <a:buFont typeface="Arial" panose="020B0604020202020204" pitchFamily="34" charset="0"/>
              <a:buChar char="•"/>
            </a:pPr>
            <a:r>
              <a:rPr lang="he-IL" altLang="he-IL" b="1" dirty="0"/>
              <a:t>ממשק לבחירת תחום עניין ואתחול השיחה:</a:t>
            </a:r>
            <a:r>
              <a:rPr lang="he-IL" altLang="he-IL" dirty="0"/>
              <a:t> יצרנו ממשק שמאפשר לבחור בין מס' תחומי עניין ולאתחל את השיחה עם הצ'אטבוט עם ה"אישיות" המתאימה.</a:t>
            </a:r>
          </a:p>
          <a:p>
            <a:pPr algn="r" rtl="1">
              <a:lnSpc>
                <a:spcPct val="120000"/>
              </a:lnSpc>
              <a:buFont typeface="Arial" panose="020B0604020202020204" pitchFamily="34" charset="0"/>
              <a:buChar char="•"/>
            </a:pPr>
            <a:r>
              <a:rPr lang="he-IL" altLang="he-IL" b="1" dirty="0"/>
              <a:t>ניהול הזיכרון וההקשר (</a:t>
            </a:r>
            <a:r>
              <a:rPr lang="en-US" altLang="he-IL" b="1" dirty="0"/>
              <a:t>Context Window</a:t>
            </a:r>
            <a:r>
              <a:rPr lang="he-IL" altLang="he-IL" b="1" dirty="0"/>
              <a:t>):</a:t>
            </a:r>
            <a:r>
              <a:rPr lang="he-IL" altLang="he-IL" dirty="0"/>
              <a:t> טיפול בשמירת ההיסטוריה של השיחה והעברתה כקלט בכל שאילתה כדי לאפשר שיחה רציפה ומענה עקבי בהתאם להקשר.</a:t>
            </a:r>
          </a:p>
          <a:p>
            <a:pPr algn="r" rtl="1">
              <a:lnSpc>
                <a:spcPct val="120000"/>
              </a:lnSpc>
              <a:buFont typeface="Arial" panose="020B0604020202020204" pitchFamily="34" charset="0"/>
              <a:buChar char="•"/>
            </a:pPr>
            <a:r>
              <a:rPr lang="he-IL" altLang="he-IL" b="1" dirty="0"/>
              <a:t>טיפול בקלט ובניית </a:t>
            </a:r>
            <a:r>
              <a:rPr lang="en-US" altLang="he-IL" b="1" dirty="0"/>
              <a:t>Prompt</a:t>
            </a:r>
            <a:r>
              <a:rPr lang="he-IL" altLang="he-IL" b="1" dirty="0"/>
              <a:t>: </a:t>
            </a:r>
            <a:r>
              <a:rPr lang="he-IL" altLang="he-IL" dirty="0"/>
              <a:t>מרכיב את השאילתה הנשלחת למודל מהנחיות מערכת, היסטוריית השיחה, הקלט הנוכחי מהמשתמש ובמידת הצורך מידע מהימן מה-</a:t>
            </a:r>
            <a:r>
              <a:rPr lang="en-US" altLang="he-IL" dirty="0"/>
              <a:t>RAG</a:t>
            </a:r>
            <a:r>
              <a:rPr lang="he-IL" altLang="he-IL" dirty="0"/>
              <a:t>.</a:t>
            </a:r>
          </a:p>
          <a:p>
            <a:pPr algn="r" rtl="1">
              <a:lnSpc>
                <a:spcPct val="120000"/>
              </a:lnSpc>
              <a:buFont typeface="Arial" panose="020B0604020202020204" pitchFamily="34" charset="0"/>
              <a:buChar char="•"/>
            </a:pPr>
            <a:r>
              <a:rPr lang="he-IL" altLang="he-IL" b="1" dirty="0"/>
              <a:t>הרצת המודל: </a:t>
            </a:r>
            <a:r>
              <a:rPr lang="he-IL" altLang="he-IL" dirty="0"/>
              <a:t>קריאה למודל שרץ באופן מקומי באמצעות תוכנת </a:t>
            </a:r>
            <a:r>
              <a:rPr lang="en-US" altLang="he-IL" dirty="0" err="1"/>
              <a:t>Ollama</a:t>
            </a:r>
            <a:r>
              <a:rPr lang="he-IL" altLang="he-IL" dirty="0"/>
              <a:t> וניהול ההתקשרות מולו בעזרת ספריות </a:t>
            </a:r>
            <a:r>
              <a:rPr lang="en-US" altLang="he-IL" dirty="0" err="1"/>
              <a:t>ChatOllama</a:t>
            </a:r>
            <a:r>
              <a:rPr lang="he-IL" altLang="he-IL" dirty="0"/>
              <a:t> ו- </a:t>
            </a:r>
            <a:r>
              <a:rPr lang="en-US" altLang="he-IL" dirty="0" err="1"/>
              <a:t>Langchain</a:t>
            </a:r>
            <a:r>
              <a:rPr lang="he-IL" altLang="he-IL" dirty="0"/>
              <a:t>.</a:t>
            </a:r>
          </a:p>
          <a:p>
            <a:pPr algn="r" rtl="1">
              <a:lnSpc>
                <a:spcPct val="120000"/>
              </a:lnSpc>
              <a:buFont typeface="Arial" panose="020B0604020202020204" pitchFamily="34" charset="0"/>
              <a:buChar char="•"/>
            </a:pPr>
            <a:r>
              <a:rPr lang="he-IL" altLang="he-IL" b="1" dirty="0"/>
              <a:t>תיעוד מפורט: </a:t>
            </a:r>
            <a:r>
              <a:rPr lang="he-IL" altLang="he-IL" dirty="0"/>
              <a:t>שמירת השיחות וניתוח מקיף של הביצועים ודיוק של מערכת ה</a:t>
            </a:r>
            <a:r>
              <a:rPr lang="en-US" altLang="he-IL" dirty="0"/>
              <a:t>RAG</a:t>
            </a:r>
            <a:r>
              <a:rPr lang="he-IL" altLang="he-IL" dirty="0"/>
              <a:t> בפורמט קריא בקובץ טקסט.</a:t>
            </a:r>
          </a:p>
          <a:p>
            <a:pPr algn="r" rtl="1">
              <a:lnSpc>
                <a:spcPct val="120000"/>
              </a:lnSpc>
              <a:buFont typeface="Arial" panose="020B0604020202020204" pitchFamily="34" charset="0"/>
              <a:buChar char="•"/>
            </a:pPr>
            <a:r>
              <a:rPr lang="he-IL" altLang="he-IL" b="1" dirty="0"/>
              <a:t>שילוב המערכת ברובוט: </a:t>
            </a:r>
            <a:r>
              <a:rPr lang="he-IL" altLang="he-IL" dirty="0"/>
              <a:t>יצרנו חבילת </a:t>
            </a:r>
            <a:r>
              <a:rPr lang="en-US" altLang="he-IL" dirty="0"/>
              <a:t>ROS</a:t>
            </a:r>
            <a:r>
              <a:rPr lang="he-IL" altLang="he-IL" dirty="0"/>
              <a:t> שאחראית על קליטת השמע, המרתו לטקסט באמצעות שירות של גוגל והזנתו כקלט למודל, וכן המרת הפלט לשמע שמושמע ברמקול של הרובוט באמצעות יכולת מובנית של הרובוט.</a:t>
            </a:r>
            <a:endParaRPr lang="he-IL" altLang="he-IL" b="1" dirty="0"/>
          </a:p>
          <a:p>
            <a:pPr algn="r" rtl="1">
              <a:buFont typeface="Arial" panose="020B0604020202020204" pitchFamily="34" charset="0"/>
              <a:buChar char="•"/>
            </a:pPr>
            <a:endParaRPr lang="he-IL" dirty="0"/>
          </a:p>
          <a:p>
            <a:pPr algn="r" rtl="1"/>
            <a:endParaRPr lang="LID4096" dirty="0"/>
          </a:p>
        </p:txBody>
      </p:sp>
      <p:sp>
        <p:nvSpPr>
          <p:cNvPr id="5" name="Footer Placeholder 4">
            <a:extLst>
              <a:ext uri="{FF2B5EF4-FFF2-40B4-BE49-F238E27FC236}">
                <a16:creationId xmlns:a16="http://schemas.microsoft.com/office/drawing/2014/main" id="{0D3AD038-F1B8-1DA9-629B-B588F85FC4AE}"/>
              </a:ext>
            </a:extLst>
          </p:cNvPr>
          <p:cNvSpPr>
            <a:spLocks noGrp="1"/>
          </p:cNvSpPr>
          <p:nvPr>
            <p:ph type="ftr" sz="quarter" idx="11"/>
          </p:nvPr>
        </p:nvSpPr>
        <p:spPr>
          <a:xfrm>
            <a:off x="2553911" y="6147641"/>
            <a:ext cx="7084177" cy="365125"/>
          </a:xfrm>
        </p:spPr>
        <p:txBody>
          <a:bodyPr/>
          <a:lstStyle/>
          <a:p>
            <a:pPr algn="ctr"/>
            <a:r>
              <a:rPr lang="he-IL" sz="1200" dirty="0"/>
              <a:t>פרויקט מס' 217</a:t>
            </a:r>
          </a:p>
        </p:txBody>
      </p:sp>
    </p:spTree>
    <p:extLst>
      <p:ext uri="{BB962C8B-B14F-4D97-AF65-F5344CB8AC3E}">
        <p14:creationId xmlns:p14="http://schemas.microsoft.com/office/powerpoint/2010/main" val="3660829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2CA9F-2471-CA83-275C-F9BA82A74868}"/>
              </a:ext>
            </a:extLst>
          </p:cNvPr>
          <p:cNvSpPr>
            <a:spLocks noGrp="1"/>
          </p:cNvSpPr>
          <p:nvPr>
            <p:ph type="title"/>
          </p:nvPr>
        </p:nvSpPr>
        <p:spPr/>
        <p:txBody>
          <a:bodyPr/>
          <a:lstStyle/>
          <a:p>
            <a:pPr rtl="1"/>
            <a:r>
              <a:rPr lang="he-IL" dirty="0"/>
              <a:t>מערכת </a:t>
            </a:r>
            <a:r>
              <a:rPr lang="en-US" dirty="0"/>
              <a:t>RAG</a:t>
            </a:r>
            <a:endParaRPr lang="LID4096" dirty="0"/>
          </a:p>
        </p:txBody>
      </p:sp>
      <p:sp>
        <p:nvSpPr>
          <p:cNvPr id="3" name="Content Placeholder 2">
            <a:extLst>
              <a:ext uri="{FF2B5EF4-FFF2-40B4-BE49-F238E27FC236}">
                <a16:creationId xmlns:a16="http://schemas.microsoft.com/office/drawing/2014/main" id="{77966B71-467E-4C92-F097-AF8A7A6D3DAA}"/>
              </a:ext>
            </a:extLst>
          </p:cNvPr>
          <p:cNvSpPr>
            <a:spLocks noGrp="1"/>
          </p:cNvSpPr>
          <p:nvPr>
            <p:ph idx="1"/>
          </p:nvPr>
        </p:nvSpPr>
        <p:spPr/>
        <p:txBody>
          <a:bodyPr>
            <a:normAutofit fontScale="92500"/>
          </a:bodyPr>
          <a:lstStyle/>
          <a:p>
            <a:pPr algn="r" rtl="1"/>
            <a:r>
              <a:rPr lang="he-IL" dirty="0">
                <a:latin typeface="Tahoma" panose="020B0604030504040204" pitchFamily="34" charset="0"/>
                <a:ea typeface="Tahoma" panose="020B0604030504040204" pitchFamily="34" charset="0"/>
                <a:cs typeface="+mj-cs"/>
              </a:rPr>
              <a:t>שיטה שמשלבת מודל שפה עם מאגר ידע חיצוני. </a:t>
            </a:r>
            <a:r>
              <a:rPr lang="en-US" dirty="0">
                <a:latin typeface="Tahoma" panose="020B0604030504040204" pitchFamily="34" charset="0"/>
                <a:ea typeface="Tahoma" panose="020B0604030504040204" pitchFamily="34" charset="0"/>
                <a:cs typeface="+mj-cs"/>
              </a:rPr>
              <a:t> RAG </a:t>
            </a:r>
            <a:r>
              <a:rPr lang="he-IL" dirty="0">
                <a:latin typeface="Tahoma" panose="020B0604030504040204" pitchFamily="34" charset="0"/>
                <a:ea typeface="Tahoma" panose="020B0604030504040204" pitchFamily="34" charset="0"/>
                <a:cs typeface="+mj-cs"/>
              </a:rPr>
              <a:t>הופכת את המודל למעין “מנוע חיפוש חכם” – הוא לא רק מנחש, אלא גם ניגש למידע אמיתי לפני שהוא עונה.</a:t>
            </a:r>
            <a:endParaRPr lang="en-US" dirty="0">
              <a:latin typeface="Tahoma" panose="020B0604030504040204" pitchFamily="34" charset="0"/>
              <a:ea typeface="Tahoma" panose="020B0604030504040204" pitchFamily="34" charset="0"/>
              <a:cs typeface="+mj-cs"/>
            </a:endParaRPr>
          </a:p>
          <a:p>
            <a:pPr algn="r" rtl="1">
              <a:buFont typeface="Arial" panose="020B0604020202020204" pitchFamily="34" charset="0"/>
              <a:buChar char="•"/>
            </a:pPr>
            <a:r>
              <a:rPr lang="he-IL" dirty="0">
                <a:latin typeface="Tahoma" panose="020B0604030504040204" pitchFamily="34" charset="0"/>
                <a:ea typeface="Tahoma" panose="020B0604030504040204" pitchFamily="34" charset="0"/>
                <a:cs typeface="+mj-cs"/>
              </a:rPr>
              <a:t>המערכת מחפשת מידע רלוונטי מתוך מאגר מבוסס </a:t>
            </a:r>
            <a:r>
              <a:rPr lang="en-US" dirty="0">
                <a:latin typeface="Tahoma" panose="020B0604030504040204" pitchFamily="34" charset="0"/>
                <a:ea typeface="Tahoma" panose="020B0604030504040204" pitchFamily="34" charset="0"/>
                <a:cs typeface="+mj-cs"/>
              </a:rPr>
              <a:t>Embeddings</a:t>
            </a:r>
            <a:r>
              <a:rPr lang="he-IL" dirty="0">
                <a:latin typeface="Tahoma" panose="020B0604030504040204" pitchFamily="34" charset="0"/>
                <a:ea typeface="Tahoma" panose="020B0604030504040204" pitchFamily="34" charset="0"/>
                <a:cs typeface="+mj-cs"/>
              </a:rPr>
              <a:t> בעזרת </a:t>
            </a:r>
            <a:r>
              <a:rPr lang="en-US" dirty="0">
                <a:latin typeface="Tahoma" panose="020B0604030504040204" pitchFamily="34" charset="0"/>
                <a:ea typeface="Tahoma" panose="020B0604030504040204" pitchFamily="34" charset="0"/>
                <a:cs typeface="+mj-cs"/>
              </a:rPr>
              <a:t>similarity search</a:t>
            </a:r>
            <a:r>
              <a:rPr lang="he-IL" dirty="0">
                <a:latin typeface="Tahoma" panose="020B0604030504040204" pitchFamily="34" charset="0"/>
                <a:ea typeface="Tahoma" panose="020B0604030504040204" pitchFamily="34" charset="0"/>
                <a:cs typeface="+mj-cs"/>
              </a:rPr>
              <a:t> ומעבירה אותו לקונטקסט של המודל</a:t>
            </a:r>
            <a:r>
              <a:rPr lang="en-US" dirty="0">
                <a:latin typeface="Tahoma" panose="020B0604030504040204" pitchFamily="34" charset="0"/>
                <a:ea typeface="Tahoma" panose="020B0604030504040204" pitchFamily="34" charset="0"/>
                <a:cs typeface="+mj-cs"/>
              </a:rPr>
              <a:t> </a:t>
            </a:r>
            <a:r>
              <a:rPr lang="he-IL" dirty="0">
                <a:latin typeface="Tahoma" panose="020B0604030504040204" pitchFamily="34" charset="0"/>
                <a:ea typeface="Tahoma" panose="020B0604030504040204" pitchFamily="34" charset="0"/>
                <a:cs typeface="+mj-cs"/>
              </a:rPr>
              <a:t> יחד עם השאילתה.</a:t>
            </a:r>
          </a:p>
          <a:p>
            <a:pPr algn="r" rtl="1">
              <a:buFont typeface="Arial" panose="020B0604020202020204" pitchFamily="34" charset="0"/>
              <a:buChar char="•"/>
            </a:pPr>
            <a:r>
              <a:rPr lang="he-IL" dirty="0">
                <a:latin typeface="Tahoma" panose="020B0604030504040204" pitchFamily="34" charset="0"/>
                <a:ea typeface="Tahoma" panose="020B0604030504040204" pitchFamily="34" charset="0"/>
                <a:cs typeface="+mj-cs"/>
              </a:rPr>
              <a:t>מאפשרת למודל לענות גם על נושאים שלא הופיעו באימון המקורי שלו.</a:t>
            </a:r>
          </a:p>
          <a:p>
            <a:pPr algn="r" rtl="1">
              <a:buFont typeface="Arial" panose="020B0604020202020204" pitchFamily="34" charset="0"/>
              <a:buChar char="•"/>
            </a:pPr>
            <a:r>
              <a:rPr lang="he-IL" dirty="0">
                <a:latin typeface="Tahoma" panose="020B0604030504040204" pitchFamily="34" charset="0"/>
                <a:ea typeface="Tahoma" panose="020B0604030504040204" pitchFamily="34" charset="0"/>
                <a:cs typeface="+mj-cs"/>
              </a:rPr>
              <a:t>משפרת אמינות, ומצמצמת "</a:t>
            </a:r>
            <a:r>
              <a:rPr lang="en-US" dirty="0">
                <a:latin typeface="Tahoma" panose="020B0604030504040204" pitchFamily="34" charset="0"/>
                <a:ea typeface="Tahoma" panose="020B0604030504040204" pitchFamily="34" charset="0"/>
                <a:cs typeface="+mj-cs"/>
              </a:rPr>
              <a:t>Hallucinations</a:t>
            </a:r>
            <a:r>
              <a:rPr lang="he-IL" dirty="0">
                <a:latin typeface="Tahoma" panose="020B0604030504040204" pitchFamily="34" charset="0"/>
                <a:ea typeface="Tahoma" panose="020B0604030504040204" pitchFamily="34" charset="0"/>
                <a:cs typeface="+mj-cs"/>
              </a:rPr>
              <a:t>"</a:t>
            </a:r>
          </a:p>
          <a:p>
            <a:pPr algn="r" rtl="1">
              <a:buFont typeface="Arial" panose="020B0604020202020204" pitchFamily="34" charset="0"/>
              <a:buChar char="•"/>
            </a:pPr>
            <a:r>
              <a:rPr lang="he-IL" dirty="0">
                <a:latin typeface="Tahoma" panose="020B0604030504040204" pitchFamily="34" charset="0"/>
                <a:ea typeface="Tahoma" panose="020B0604030504040204" pitchFamily="34" charset="0"/>
                <a:cs typeface="+mj-cs"/>
              </a:rPr>
              <a:t>מאפשרת עידכון המידע "שיש" למודל, ללא שינוי המודל עצמו.</a:t>
            </a:r>
          </a:p>
          <a:p>
            <a:pPr algn="l" rtl="1"/>
            <a:endParaRPr lang="LID4096" dirty="0">
              <a:cs typeface="+mj-cs"/>
            </a:endParaRPr>
          </a:p>
        </p:txBody>
      </p:sp>
      <p:sp>
        <p:nvSpPr>
          <p:cNvPr id="5" name="Footer Placeholder 4">
            <a:extLst>
              <a:ext uri="{FF2B5EF4-FFF2-40B4-BE49-F238E27FC236}">
                <a16:creationId xmlns:a16="http://schemas.microsoft.com/office/drawing/2014/main" id="{D9990453-CB08-3796-362B-37CBE4063BDB}"/>
              </a:ext>
            </a:extLst>
          </p:cNvPr>
          <p:cNvSpPr>
            <a:spLocks noGrp="1"/>
          </p:cNvSpPr>
          <p:nvPr>
            <p:ph type="ftr" sz="quarter" idx="11"/>
          </p:nvPr>
        </p:nvSpPr>
        <p:spPr/>
        <p:txBody>
          <a:bodyPr/>
          <a:lstStyle/>
          <a:p>
            <a:pPr algn="ctr"/>
            <a:r>
              <a:rPr lang="he-IL" sz="1200" dirty="0"/>
              <a:t>פרויקט מס' 217</a:t>
            </a:r>
          </a:p>
        </p:txBody>
      </p:sp>
    </p:spTree>
    <p:extLst>
      <p:ext uri="{BB962C8B-B14F-4D97-AF65-F5344CB8AC3E}">
        <p14:creationId xmlns:p14="http://schemas.microsoft.com/office/powerpoint/2010/main" val="3930389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BF82C-2911-E9C8-7EE2-8321322FEE8A}"/>
              </a:ext>
            </a:extLst>
          </p:cNvPr>
          <p:cNvSpPr>
            <a:spLocks noGrp="1"/>
          </p:cNvSpPr>
          <p:nvPr>
            <p:ph type="title"/>
          </p:nvPr>
        </p:nvSpPr>
        <p:spPr/>
        <p:txBody>
          <a:bodyPr/>
          <a:lstStyle/>
          <a:p>
            <a:pPr rtl="1"/>
            <a:r>
              <a:rPr lang="he-IL" dirty="0"/>
              <a:t>ארכיטקטורת הצ'אטבוט</a:t>
            </a:r>
            <a:endParaRPr lang="LID4096" dirty="0"/>
          </a:p>
        </p:txBody>
      </p:sp>
      <p:pic>
        <p:nvPicPr>
          <p:cNvPr id="4" name="Content Placeholder 3">
            <a:extLst>
              <a:ext uri="{FF2B5EF4-FFF2-40B4-BE49-F238E27FC236}">
                <a16:creationId xmlns:a16="http://schemas.microsoft.com/office/drawing/2014/main" id="{848D64EE-76BB-DFA7-C89E-2ED957CAADF9}"/>
              </a:ext>
            </a:extLst>
          </p:cNvPr>
          <p:cNvPicPr>
            <a:picLocks noGrp="1" noChangeAspect="1"/>
          </p:cNvPicPr>
          <p:nvPr>
            <p:ph idx="1"/>
          </p:nvPr>
        </p:nvPicPr>
        <p:blipFill>
          <a:blip r:embed="rId2"/>
          <a:stretch>
            <a:fillRect/>
          </a:stretch>
        </p:blipFill>
        <p:spPr>
          <a:xfrm>
            <a:off x="3350611" y="2667000"/>
            <a:ext cx="6286116" cy="3124200"/>
          </a:xfrm>
          <a:prstGeom prst="rect">
            <a:avLst/>
          </a:prstGeom>
        </p:spPr>
      </p:pic>
      <p:sp>
        <p:nvSpPr>
          <p:cNvPr id="9" name="Footer Placeholder 8">
            <a:extLst>
              <a:ext uri="{FF2B5EF4-FFF2-40B4-BE49-F238E27FC236}">
                <a16:creationId xmlns:a16="http://schemas.microsoft.com/office/drawing/2014/main" id="{8D314E70-18AF-6268-0D91-18FA2FB3DC95}"/>
              </a:ext>
            </a:extLst>
          </p:cNvPr>
          <p:cNvSpPr>
            <a:spLocks noGrp="1"/>
          </p:cNvSpPr>
          <p:nvPr>
            <p:ph type="ftr" sz="quarter" idx="11"/>
          </p:nvPr>
        </p:nvSpPr>
        <p:spPr>
          <a:xfrm>
            <a:off x="2553911" y="6335486"/>
            <a:ext cx="7084177" cy="365125"/>
          </a:xfrm>
        </p:spPr>
        <p:txBody>
          <a:bodyPr/>
          <a:lstStyle/>
          <a:p>
            <a:pPr algn="ctr"/>
            <a:r>
              <a:rPr lang="he-IL" sz="1200" dirty="0"/>
              <a:t>פרויקט מס' 217</a:t>
            </a:r>
          </a:p>
        </p:txBody>
      </p:sp>
    </p:spTree>
    <p:extLst>
      <p:ext uri="{BB962C8B-B14F-4D97-AF65-F5344CB8AC3E}">
        <p14:creationId xmlns:p14="http://schemas.microsoft.com/office/powerpoint/2010/main" val="3975609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7833A-C375-DA15-ED58-C8D25AB803F9}"/>
              </a:ext>
            </a:extLst>
          </p:cNvPr>
          <p:cNvSpPr>
            <a:spLocks noGrp="1"/>
          </p:cNvSpPr>
          <p:nvPr>
            <p:ph type="title"/>
          </p:nvPr>
        </p:nvSpPr>
        <p:spPr/>
        <p:txBody>
          <a:bodyPr/>
          <a:lstStyle/>
          <a:p>
            <a:pPr rtl="1"/>
            <a:r>
              <a:rPr lang="he-IL" dirty="0"/>
              <a:t>מערכת ה</a:t>
            </a:r>
            <a:r>
              <a:rPr lang="en-US" dirty="0"/>
              <a:t>ROS</a:t>
            </a:r>
            <a:endParaRPr lang="LID4096" dirty="0"/>
          </a:p>
        </p:txBody>
      </p:sp>
      <p:sp>
        <p:nvSpPr>
          <p:cNvPr id="6" name="Footer Placeholder 5">
            <a:extLst>
              <a:ext uri="{FF2B5EF4-FFF2-40B4-BE49-F238E27FC236}">
                <a16:creationId xmlns:a16="http://schemas.microsoft.com/office/drawing/2014/main" id="{6EEB5F2A-1D2E-01EC-1D6C-3E56F62080B1}"/>
              </a:ext>
            </a:extLst>
          </p:cNvPr>
          <p:cNvSpPr>
            <a:spLocks noGrp="1"/>
          </p:cNvSpPr>
          <p:nvPr>
            <p:ph type="ftr" sz="quarter" idx="11"/>
          </p:nvPr>
        </p:nvSpPr>
        <p:spPr>
          <a:xfrm>
            <a:off x="2553911" y="6172200"/>
            <a:ext cx="7084177" cy="365125"/>
          </a:xfrm>
        </p:spPr>
        <p:txBody>
          <a:bodyPr/>
          <a:lstStyle/>
          <a:p>
            <a:pPr algn="ctr"/>
            <a:r>
              <a:rPr lang="he-IL" sz="1200" dirty="0"/>
              <a:t>פרויקט מס' 217</a:t>
            </a:r>
          </a:p>
        </p:txBody>
      </p:sp>
      <p:pic>
        <p:nvPicPr>
          <p:cNvPr id="8" name="Picture 7" descr="A diagram of a computer system&#10;&#10;AI-generated content may be incorrect.">
            <a:extLst>
              <a:ext uri="{FF2B5EF4-FFF2-40B4-BE49-F238E27FC236}">
                <a16:creationId xmlns:a16="http://schemas.microsoft.com/office/drawing/2014/main" id="{0999143C-1412-5A67-2E8C-B1A05FD7F8EE}"/>
              </a:ext>
            </a:extLst>
          </p:cNvPr>
          <p:cNvPicPr>
            <a:picLocks noChangeAspect="1"/>
          </p:cNvPicPr>
          <p:nvPr/>
        </p:nvPicPr>
        <p:blipFill>
          <a:blip r:embed="rId2"/>
          <a:stretch>
            <a:fillRect/>
          </a:stretch>
        </p:blipFill>
        <p:spPr>
          <a:xfrm>
            <a:off x="1795256" y="2117585"/>
            <a:ext cx="9396820" cy="4091458"/>
          </a:xfrm>
          <a:prstGeom prst="rect">
            <a:avLst/>
          </a:prstGeom>
        </p:spPr>
      </p:pic>
    </p:spTree>
    <p:extLst>
      <p:ext uri="{BB962C8B-B14F-4D97-AF65-F5344CB8AC3E}">
        <p14:creationId xmlns:p14="http://schemas.microsoft.com/office/powerpoint/2010/main" val="16231277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F1D97-06AF-9DA2-7C60-E487D2A33DB5}"/>
              </a:ext>
            </a:extLst>
          </p:cNvPr>
          <p:cNvSpPr>
            <a:spLocks noGrp="1"/>
          </p:cNvSpPr>
          <p:nvPr>
            <p:ph type="title"/>
          </p:nvPr>
        </p:nvSpPr>
        <p:spPr/>
        <p:txBody>
          <a:bodyPr/>
          <a:lstStyle/>
          <a:p>
            <a:pPr rtl="1"/>
            <a:r>
              <a:rPr lang="he-IL" dirty="0"/>
              <a:t>הדמויות במערכת</a:t>
            </a:r>
            <a:endParaRPr lang="LID4096" dirty="0"/>
          </a:p>
        </p:txBody>
      </p:sp>
      <p:sp>
        <p:nvSpPr>
          <p:cNvPr id="3" name="Content Placeholder 2">
            <a:extLst>
              <a:ext uri="{FF2B5EF4-FFF2-40B4-BE49-F238E27FC236}">
                <a16:creationId xmlns:a16="http://schemas.microsoft.com/office/drawing/2014/main" id="{557ED228-F031-9D47-16BB-937BB63D9E37}"/>
              </a:ext>
            </a:extLst>
          </p:cNvPr>
          <p:cNvSpPr>
            <a:spLocks noGrp="1"/>
          </p:cNvSpPr>
          <p:nvPr>
            <p:ph idx="1"/>
          </p:nvPr>
        </p:nvSpPr>
        <p:spPr/>
        <p:txBody>
          <a:bodyPr>
            <a:normAutofit fontScale="77500" lnSpcReduction="20000"/>
          </a:bodyPr>
          <a:lstStyle/>
          <a:p>
            <a:pPr algn="r" rtl="1"/>
            <a:r>
              <a:rPr lang="he-IL" dirty="0"/>
              <a:t>במערכת הצ'אטבוט הגדרנו שלוש דמויות מומחה, כל אחת עם</a:t>
            </a:r>
            <a:r>
              <a:rPr lang="en-US" dirty="0"/>
              <a:t>System Prompt </a:t>
            </a:r>
            <a:r>
              <a:rPr lang="he-IL" dirty="0"/>
              <a:t> ייחודי:</a:t>
            </a:r>
            <a:endParaRPr lang="en-US" dirty="0"/>
          </a:p>
          <a:p>
            <a:pPr algn="r" rtl="1">
              <a:buFont typeface="Arial" panose="020B0604020202020204" pitchFamily="34" charset="0"/>
              <a:buChar char="•"/>
            </a:pPr>
            <a:r>
              <a:rPr lang="en-US" b="1" dirty="0"/>
              <a:t>Joke expert</a:t>
            </a:r>
            <a:br>
              <a:rPr lang="en-US" b="1" dirty="0"/>
            </a:br>
            <a:r>
              <a:rPr lang="he-IL" dirty="0"/>
              <a:t>דמות זאת מקבלת פרומפט שוהפך אותו למומחה בסיפור בדיחות קרש, על ידי שימוש בשיטות הנדוס הפרומטים </a:t>
            </a:r>
            <a:r>
              <a:rPr lang="en-US" dirty="0"/>
              <a:t>Role prompting</a:t>
            </a:r>
            <a:r>
              <a:rPr lang="he-IL" dirty="0"/>
              <a:t> ו </a:t>
            </a:r>
            <a:r>
              <a:rPr lang="en-US" dirty="0"/>
              <a:t>few shot prompting</a:t>
            </a:r>
            <a:r>
              <a:rPr lang="he-IL" dirty="0"/>
              <a:t>.</a:t>
            </a:r>
            <a:endParaRPr lang="en-US" dirty="0"/>
          </a:p>
          <a:p>
            <a:pPr algn="r" rtl="1">
              <a:buFont typeface="Arial" panose="020B0604020202020204" pitchFamily="34" charset="0"/>
              <a:buChar char="•"/>
            </a:pPr>
            <a:r>
              <a:rPr lang="en-US" b="1" dirty="0"/>
              <a:t>Volleyball expert</a:t>
            </a:r>
            <a:br>
              <a:rPr lang="en-US" b="1" dirty="0"/>
            </a:br>
            <a:r>
              <a:rPr lang="he-IL" dirty="0"/>
              <a:t>דמות זאת מקבלת פרומפט שוהפך אותו למומחה בכדורעף, על ידי שימוש בשיטות הנדוס הפרומטים</a:t>
            </a:r>
            <a:r>
              <a:rPr lang="en-US" dirty="0"/>
              <a:t>Role prompting </a:t>
            </a:r>
            <a:r>
              <a:rPr lang="he-IL" dirty="0"/>
              <a:t> ו </a:t>
            </a:r>
            <a:r>
              <a:rPr lang="en-US" dirty="0"/>
              <a:t>few shot prompting</a:t>
            </a:r>
            <a:r>
              <a:rPr lang="he-IL" dirty="0"/>
              <a:t>.</a:t>
            </a:r>
            <a:endParaRPr lang="en-US" dirty="0"/>
          </a:p>
          <a:p>
            <a:pPr algn="r" rtl="1">
              <a:buFont typeface="Arial" panose="020B0604020202020204" pitchFamily="34" charset="0"/>
              <a:buChar char="•"/>
            </a:pPr>
            <a:r>
              <a:rPr lang="en-US" b="1" dirty="0"/>
              <a:t>Singal Processing expert</a:t>
            </a:r>
            <a:br>
              <a:rPr lang="en-US" b="1" dirty="0"/>
            </a:br>
            <a:r>
              <a:rPr lang="he-IL" dirty="0"/>
              <a:t>דמות זאת מקבלת פרומט שוהפך אותו למומחה  בעיבוד אותות על ידי שימוש בשיטות הנדוס הפרומטים </a:t>
            </a:r>
            <a:r>
              <a:rPr lang="en-US" dirty="0"/>
              <a:t>Role prompting. </a:t>
            </a:r>
            <a:r>
              <a:rPr lang="he-IL" dirty="0"/>
              <a:t> בנוסף דמות זאת מקבלת גישה למאגר של מאמרים של פרופסור שרון גנות בעזרת </a:t>
            </a:r>
            <a:r>
              <a:rPr lang="en-US" dirty="0"/>
              <a:t>RAG </a:t>
            </a:r>
            <a:r>
              <a:rPr lang="he-IL" dirty="0"/>
              <a:t> כדי להפוך את המידע שהוא מספק לאמין ורלוונטי.</a:t>
            </a:r>
          </a:p>
          <a:p>
            <a:pPr algn="r" rtl="1"/>
            <a:endParaRPr lang="LID4096" dirty="0"/>
          </a:p>
        </p:txBody>
      </p:sp>
      <p:sp>
        <p:nvSpPr>
          <p:cNvPr id="5" name="Footer Placeholder 4">
            <a:extLst>
              <a:ext uri="{FF2B5EF4-FFF2-40B4-BE49-F238E27FC236}">
                <a16:creationId xmlns:a16="http://schemas.microsoft.com/office/drawing/2014/main" id="{D6BD34D4-1991-E71A-3A4A-38A8C8DF74E8}"/>
              </a:ext>
            </a:extLst>
          </p:cNvPr>
          <p:cNvSpPr>
            <a:spLocks noGrp="1"/>
          </p:cNvSpPr>
          <p:nvPr>
            <p:ph type="ftr" sz="quarter" idx="11"/>
          </p:nvPr>
        </p:nvSpPr>
        <p:spPr/>
        <p:txBody>
          <a:bodyPr/>
          <a:lstStyle/>
          <a:p>
            <a:pPr algn="ctr"/>
            <a:r>
              <a:rPr lang="he-IL" sz="1200" dirty="0"/>
              <a:t>פרויקט מס' 217</a:t>
            </a:r>
          </a:p>
        </p:txBody>
      </p:sp>
    </p:spTree>
    <p:extLst>
      <p:ext uri="{BB962C8B-B14F-4D97-AF65-F5344CB8AC3E}">
        <p14:creationId xmlns:p14="http://schemas.microsoft.com/office/powerpoint/2010/main" val="2782044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CFBA389-8DD0-5824-5BD5-1060614A655C}"/>
              </a:ext>
            </a:extLst>
          </p:cNvPr>
          <p:cNvSpPr>
            <a:spLocks noGrp="1"/>
          </p:cNvSpPr>
          <p:nvPr>
            <p:ph type="title"/>
          </p:nvPr>
        </p:nvSpPr>
        <p:spPr>
          <a:xfrm>
            <a:off x="1521634" y="548640"/>
            <a:ext cx="10018713" cy="1752599"/>
          </a:xfrm>
        </p:spPr>
        <p:txBody>
          <a:bodyPr>
            <a:normAutofit/>
          </a:bodyPr>
          <a:lstStyle/>
          <a:p>
            <a:r>
              <a:rPr lang="he-IL" sz="3200" dirty="0"/>
              <a:t>הדגמה של מערכת </a:t>
            </a:r>
            <a:r>
              <a:rPr lang="he-IL" sz="3200" dirty="0" err="1"/>
              <a:t>הצ'אטבוט</a:t>
            </a:r>
            <a:r>
              <a:rPr lang="he-IL" sz="3200" dirty="0"/>
              <a:t> מוטמעת ברובוט</a:t>
            </a:r>
          </a:p>
        </p:txBody>
      </p:sp>
      <p:sp>
        <p:nvSpPr>
          <p:cNvPr id="6" name="Footer Placeholder 5">
            <a:extLst>
              <a:ext uri="{FF2B5EF4-FFF2-40B4-BE49-F238E27FC236}">
                <a16:creationId xmlns:a16="http://schemas.microsoft.com/office/drawing/2014/main" id="{0BD095EA-A964-D42C-2122-9724495C9810}"/>
              </a:ext>
            </a:extLst>
          </p:cNvPr>
          <p:cNvSpPr>
            <a:spLocks noGrp="1"/>
          </p:cNvSpPr>
          <p:nvPr>
            <p:ph type="ftr" sz="quarter" idx="11"/>
          </p:nvPr>
        </p:nvSpPr>
        <p:spPr>
          <a:xfrm>
            <a:off x="2553911" y="6309360"/>
            <a:ext cx="7084177" cy="365125"/>
          </a:xfrm>
        </p:spPr>
        <p:txBody>
          <a:bodyPr/>
          <a:lstStyle/>
          <a:p>
            <a:pPr algn="ctr"/>
            <a:r>
              <a:rPr lang="he-IL" sz="1200" dirty="0"/>
              <a:t>פרויקט מס' 217</a:t>
            </a:r>
          </a:p>
        </p:txBody>
      </p:sp>
      <p:sp>
        <p:nvSpPr>
          <p:cNvPr id="3" name="TextBox 2">
            <a:extLst>
              <a:ext uri="{FF2B5EF4-FFF2-40B4-BE49-F238E27FC236}">
                <a16:creationId xmlns:a16="http://schemas.microsoft.com/office/drawing/2014/main" id="{5CD87F66-9671-D1C7-6671-7F66BEE59668}"/>
              </a:ext>
            </a:extLst>
          </p:cNvPr>
          <p:cNvSpPr txBox="1"/>
          <p:nvPr/>
        </p:nvSpPr>
        <p:spPr>
          <a:xfrm>
            <a:off x="2015613" y="2113935"/>
            <a:ext cx="9524734" cy="923330"/>
          </a:xfrm>
          <a:prstGeom prst="rect">
            <a:avLst/>
          </a:prstGeom>
          <a:noFill/>
        </p:spPr>
        <p:txBody>
          <a:bodyPr wrap="square" rtlCol="0">
            <a:spAutoFit/>
          </a:bodyPr>
          <a:lstStyle/>
          <a:p>
            <a:r>
              <a:rPr lang="he-IL" dirty="0"/>
              <a:t>סרטון דוגמא הוצא בגלל מגבלות גודל</a:t>
            </a:r>
            <a:br>
              <a:rPr lang="en-US" dirty="0"/>
            </a:br>
            <a:r>
              <a:rPr lang="he-IL" dirty="0"/>
              <a:t>נתן למצוא סרטונים ב </a:t>
            </a:r>
          </a:p>
          <a:p>
            <a:r>
              <a:rPr lang="en-US" dirty="0">
                <a:hlinkClick r:id="rId2"/>
              </a:rPr>
              <a:t>https://github.com/mordeLash/chat_bot_project/tree/main/Chatbot_App/Video</a:t>
            </a:r>
            <a:r>
              <a:rPr lang="en-US">
                <a:hlinkClick r:id="rId2"/>
              </a:rPr>
              <a:t>%20Examples</a:t>
            </a:r>
            <a:endParaRPr lang="he-IL"/>
          </a:p>
        </p:txBody>
      </p:sp>
    </p:spTree>
    <p:extLst>
      <p:ext uri="{BB962C8B-B14F-4D97-AF65-F5344CB8AC3E}">
        <p14:creationId xmlns:p14="http://schemas.microsoft.com/office/powerpoint/2010/main" val="37618236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CFBA389-8DD0-5824-5BD5-1060614A655C}"/>
              </a:ext>
            </a:extLst>
          </p:cNvPr>
          <p:cNvSpPr>
            <a:spLocks noGrp="1"/>
          </p:cNvSpPr>
          <p:nvPr>
            <p:ph type="title"/>
          </p:nvPr>
        </p:nvSpPr>
        <p:spPr/>
        <p:txBody>
          <a:bodyPr>
            <a:normAutofit/>
          </a:bodyPr>
          <a:lstStyle/>
          <a:p>
            <a:r>
              <a:rPr lang="he-IL" sz="3200" dirty="0"/>
              <a:t>הדגמה של מערכת </a:t>
            </a:r>
            <a:r>
              <a:rPr lang="he-IL" sz="3200" dirty="0" err="1"/>
              <a:t>הצ'אטבוט</a:t>
            </a:r>
            <a:r>
              <a:rPr lang="he-IL" sz="3200" dirty="0"/>
              <a:t> מוטמעת ברובוט</a:t>
            </a:r>
          </a:p>
        </p:txBody>
      </p:sp>
      <p:sp>
        <p:nvSpPr>
          <p:cNvPr id="5" name="Footer Placeholder 4">
            <a:extLst>
              <a:ext uri="{FF2B5EF4-FFF2-40B4-BE49-F238E27FC236}">
                <a16:creationId xmlns:a16="http://schemas.microsoft.com/office/drawing/2014/main" id="{C18028AF-4E60-E860-07D4-462587612474}"/>
              </a:ext>
            </a:extLst>
          </p:cNvPr>
          <p:cNvSpPr>
            <a:spLocks noGrp="1"/>
          </p:cNvSpPr>
          <p:nvPr>
            <p:ph type="ftr" sz="quarter" idx="11"/>
          </p:nvPr>
        </p:nvSpPr>
        <p:spPr>
          <a:xfrm>
            <a:off x="2553911" y="6172200"/>
            <a:ext cx="7084177" cy="365125"/>
          </a:xfrm>
        </p:spPr>
        <p:txBody>
          <a:bodyPr/>
          <a:lstStyle/>
          <a:p>
            <a:pPr algn="ctr"/>
            <a:r>
              <a:rPr lang="he-IL" sz="1200" dirty="0"/>
              <a:t>פרויקט מס' 217</a:t>
            </a:r>
          </a:p>
        </p:txBody>
      </p:sp>
      <p:pic>
        <p:nvPicPr>
          <p:cNvPr id="8" name="Picture 7">
            <a:extLst>
              <a:ext uri="{FF2B5EF4-FFF2-40B4-BE49-F238E27FC236}">
                <a16:creationId xmlns:a16="http://schemas.microsoft.com/office/drawing/2014/main" id="{3D92BA88-A560-D304-5D49-27FD62EC6D3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47799" y="2286000"/>
            <a:ext cx="9737592" cy="2584580"/>
          </a:xfrm>
          <a:prstGeom prst="rect">
            <a:avLst/>
          </a:prstGeom>
          <a:noFill/>
          <a:ln>
            <a:noFill/>
          </a:ln>
        </p:spPr>
      </p:pic>
    </p:spTree>
    <p:extLst>
      <p:ext uri="{BB962C8B-B14F-4D97-AF65-F5344CB8AC3E}">
        <p14:creationId xmlns:p14="http://schemas.microsoft.com/office/powerpoint/2010/main" val="1476708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49551-9A48-16CA-46A4-3C1F6446B6B3}"/>
              </a:ext>
            </a:extLst>
          </p:cNvPr>
          <p:cNvSpPr>
            <a:spLocks noGrp="1"/>
          </p:cNvSpPr>
          <p:nvPr>
            <p:ph type="title"/>
          </p:nvPr>
        </p:nvSpPr>
        <p:spPr>
          <a:xfrm>
            <a:off x="1881679" y="-177281"/>
            <a:ext cx="10018713" cy="1240971"/>
          </a:xfrm>
        </p:spPr>
        <p:txBody>
          <a:bodyPr/>
          <a:lstStyle/>
          <a:p>
            <a:pPr rtl="1"/>
            <a:r>
              <a:rPr lang="he-IL" dirty="0"/>
              <a:t>תכנון מול ביצוע</a:t>
            </a:r>
            <a:endParaRPr lang="LID4096" dirty="0"/>
          </a:p>
        </p:txBody>
      </p:sp>
      <p:graphicFrame>
        <p:nvGraphicFramePr>
          <p:cNvPr id="10" name="טבלה 4">
            <a:extLst>
              <a:ext uri="{FF2B5EF4-FFF2-40B4-BE49-F238E27FC236}">
                <a16:creationId xmlns:a16="http://schemas.microsoft.com/office/drawing/2014/main" id="{75E81293-51A4-FC06-7133-8881B036FC8F}"/>
              </a:ext>
            </a:extLst>
          </p:cNvPr>
          <p:cNvGraphicFramePr>
            <a:graphicFrameLocks noGrp="1"/>
          </p:cNvGraphicFramePr>
          <p:nvPr>
            <p:ph idx="1"/>
            <p:extLst>
              <p:ext uri="{D42A27DB-BD31-4B8C-83A1-F6EECF244321}">
                <p14:modId xmlns:p14="http://schemas.microsoft.com/office/powerpoint/2010/main" val="3179434688"/>
              </p:ext>
            </p:extLst>
          </p:nvPr>
        </p:nvGraphicFramePr>
        <p:xfrm>
          <a:off x="2535544" y="744893"/>
          <a:ext cx="8637515" cy="5791200"/>
        </p:xfrm>
        <a:graphic>
          <a:graphicData uri="http://schemas.openxmlformats.org/drawingml/2006/table">
            <a:tbl>
              <a:tblPr rtl="1" firstRow="1" bandRow="1">
                <a:tableStyleId>{BC89EF96-8CEA-46FF-86C4-4CE0E7609802}</a:tableStyleId>
              </a:tblPr>
              <a:tblGrid>
                <a:gridCol w="2577043">
                  <a:extLst>
                    <a:ext uri="{9D8B030D-6E8A-4147-A177-3AD203B41FA5}">
                      <a16:colId xmlns:a16="http://schemas.microsoft.com/office/drawing/2014/main" val="1476019501"/>
                    </a:ext>
                  </a:extLst>
                </a:gridCol>
                <a:gridCol w="2974154">
                  <a:extLst>
                    <a:ext uri="{9D8B030D-6E8A-4147-A177-3AD203B41FA5}">
                      <a16:colId xmlns:a16="http://schemas.microsoft.com/office/drawing/2014/main" val="1157332147"/>
                    </a:ext>
                  </a:extLst>
                </a:gridCol>
                <a:gridCol w="3086318">
                  <a:extLst>
                    <a:ext uri="{9D8B030D-6E8A-4147-A177-3AD203B41FA5}">
                      <a16:colId xmlns:a16="http://schemas.microsoft.com/office/drawing/2014/main" val="467404005"/>
                    </a:ext>
                  </a:extLst>
                </a:gridCol>
              </a:tblGrid>
              <a:tr h="330212">
                <a:tc>
                  <a:txBody>
                    <a:bodyPr/>
                    <a:lstStyle/>
                    <a:p>
                      <a:pPr algn="r" rtl="1"/>
                      <a:r>
                        <a:rPr lang="he-IL" dirty="0">
                          <a:latin typeface="Tahoma" panose="020B0604030504040204" pitchFamily="34" charset="0"/>
                          <a:ea typeface="Tahoma" panose="020B0604030504040204" pitchFamily="34" charset="0"/>
                          <a:cs typeface="Tahoma" panose="020B0604030504040204" pitchFamily="34" charset="0"/>
                        </a:rPr>
                        <a:t>שלב</a:t>
                      </a:r>
                    </a:p>
                  </a:txBody>
                  <a:tcPr/>
                </a:tc>
                <a:tc>
                  <a:txBody>
                    <a:bodyPr/>
                    <a:lstStyle/>
                    <a:p>
                      <a:pPr algn="r" rtl="1"/>
                      <a:r>
                        <a:rPr lang="he-IL" dirty="0">
                          <a:latin typeface="Tahoma" panose="020B0604030504040204" pitchFamily="34" charset="0"/>
                          <a:ea typeface="Tahoma" panose="020B0604030504040204" pitchFamily="34" charset="0"/>
                          <a:cs typeface="Tahoma" panose="020B0604030504040204" pitchFamily="34" charset="0"/>
                        </a:rPr>
                        <a:t>מתוכנן</a:t>
                      </a:r>
                    </a:p>
                  </a:txBody>
                  <a:tcPr/>
                </a:tc>
                <a:tc>
                  <a:txBody>
                    <a:bodyPr/>
                    <a:lstStyle/>
                    <a:p>
                      <a:pPr algn="r" rtl="1"/>
                      <a:r>
                        <a:rPr lang="he-IL" dirty="0">
                          <a:latin typeface="Tahoma" panose="020B0604030504040204" pitchFamily="34" charset="0"/>
                          <a:ea typeface="Tahoma" panose="020B0604030504040204" pitchFamily="34" charset="0"/>
                          <a:cs typeface="Tahoma" panose="020B0604030504040204" pitchFamily="34" charset="0"/>
                        </a:rPr>
                        <a:t>בוצע בפועל</a:t>
                      </a:r>
                    </a:p>
                  </a:txBody>
                  <a:tcPr/>
                </a:tc>
                <a:extLst>
                  <a:ext uri="{0D108BD9-81ED-4DB2-BD59-A6C34878D82A}">
                    <a16:rowId xmlns:a16="http://schemas.microsoft.com/office/drawing/2014/main" val="893488239"/>
                  </a:ext>
                </a:extLst>
              </a:tr>
              <a:tr h="660424">
                <a:tc>
                  <a:txBody>
                    <a:bodyPr/>
                    <a:lstStyle/>
                    <a:p>
                      <a:pPr algn="r" rtl="1"/>
                      <a:r>
                        <a:rPr lang="he-IL" sz="1600" dirty="0">
                          <a:latin typeface="Tahoma" panose="020B0604030504040204" pitchFamily="34" charset="0"/>
                          <a:ea typeface="Tahoma" panose="020B0604030504040204" pitchFamily="34" charset="0"/>
                          <a:cs typeface="Tahoma" panose="020B0604030504040204" pitchFamily="34" charset="0"/>
                        </a:rPr>
                        <a:t>השוואה ובחירת מודל</a:t>
                      </a:r>
                    </a:p>
                  </a:txBody>
                  <a:tcPr/>
                </a:tc>
                <a:tc>
                  <a:txBody>
                    <a:bodyPr/>
                    <a:lstStyle/>
                    <a:p>
                      <a:pPr algn="r" rtl="1"/>
                      <a:r>
                        <a:rPr lang="he-IL" sz="1600" dirty="0">
                          <a:latin typeface="Tahoma" panose="020B0604030504040204" pitchFamily="34" charset="0"/>
                          <a:ea typeface="Tahoma" panose="020B0604030504040204" pitchFamily="34" charset="0"/>
                          <a:cs typeface="Tahoma" panose="020B0604030504040204" pitchFamily="34" charset="0"/>
                        </a:rPr>
                        <a:t>מחקר של הדרכים השונות לבחינת ביצועים של מודלי שפה והשוואתם</a:t>
                      </a:r>
                    </a:p>
                  </a:txBody>
                  <a:tcPr/>
                </a:tc>
                <a:tc>
                  <a:txBody>
                    <a:bodyPr/>
                    <a:lstStyle/>
                    <a:p>
                      <a:pPr algn="r" rtl="1"/>
                      <a:r>
                        <a:rPr lang="he-IL" sz="1600" dirty="0">
                          <a:latin typeface="Tahoma" panose="020B0604030504040204" pitchFamily="34" charset="0"/>
                          <a:ea typeface="Tahoma" panose="020B0604030504040204" pitchFamily="34" charset="0"/>
                          <a:cs typeface="Tahoma" panose="020B0604030504040204" pitchFamily="34" charset="0"/>
                        </a:rPr>
                        <a:t>פיתחנו תוכנה שמבצעת השוואה מקיפה באמצעות </a:t>
                      </a:r>
                      <a:r>
                        <a:rPr lang="he-IL" sz="1600" dirty="0" err="1">
                          <a:latin typeface="Tahoma" panose="020B0604030504040204" pitchFamily="34" charset="0"/>
                          <a:ea typeface="Tahoma" panose="020B0604030504040204" pitchFamily="34" charset="0"/>
                          <a:cs typeface="Tahoma" panose="020B0604030504040204" pitchFamily="34" charset="0"/>
                        </a:rPr>
                        <a:t>בנצ'מארקים</a:t>
                      </a:r>
                      <a:r>
                        <a:rPr lang="he-IL" sz="1600" dirty="0">
                          <a:latin typeface="Tahoma" panose="020B0604030504040204" pitchFamily="34" charset="0"/>
                          <a:ea typeface="Tahoma" panose="020B0604030504040204" pitchFamily="34" charset="0"/>
                          <a:cs typeface="Tahoma" panose="020B0604030504040204" pitchFamily="34" charset="0"/>
                        </a:rPr>
                        <a:t> שונים באופן שמאפשר הרחבתה בקלות</a:t>
                      </a:r>
                    </a:p>
                  </a:txBody>
                  <a:tcPr/>
                </a:tc>
                <a:extLst>
                  <a:ext uri="{0D108BD9-81ED-4DB2-BD59-A6C34878D82A}">
                    <a16:rowId xmlns:a16="http://schemas.microsoft.com/office/drawing/2014/main" val="4041395169"/>
                  </a:ext>
                </a:extLst>
              </a:tr>
              <a:tr h="616597">
                <a:tc>
                  <a:txBody>
                    <a:bodyPr/>
                    <a:lstStyle/>
                    <a:p>
                      <a:pPr algn="r" rtl="1"/>
                      <a:r>
                        <a:rPr lang="he-IL" sz="1600" dirty="0">
                          <a:latin typeface="Tahoma" panose="020B0604030504040204" pitchFamily="34" charset="0"/>
                          <a:ea typeface="Tahoma" panose="020B0604030504040204" pitchFamily="34" charset="0"/>
                          <a:cs typeface="Tahoma" panose="020B0604030504040204" pitchFamily="34" charset="0"/>
                        </a:rPr>
                        <a:t>קליטת אות קול (</a:t>
                      </a:r>
                      <a:r>
                        <a:rPr lang="en-US" sz="1600" dirty="0">
                          <a:latin typeface="Tahoma" panose="020B0604030504040204" pitchFamily="34" charset="0"/>
                          <a:ea typeface="Tahoma" panose="020B0604030504040204" pitchFamily="34" charset="0"/>
                          <a:cs typeface="Tahoma" panose="020B0604030504040204" pitchFamily="34" charset="0"/>
                        </a:rPr>
                        <a:t>Speech Input</a:t>
                      </a:r>
                      <a:r>
                        <a:rPr lang="he-IL" sz="1600" dirty="0">
                          <a:latin typeface="Tahoma" panose="020B0604030504040204" pitchFamily="34" charset="0"/>
                          <a:ea typeface="Tahoma" panose="020B0604030504040204" pitchFamily="34" charset="0"/>
                          <a:cs typeface="Tahoma" panose="020B0604030504040204" pitchFamily="34" charset="0"/>
                        </a:rPr>
                        <a:t>)</a:t>
                      </a:r>
                    </a:p>
                  </a:txBody>
                  <a:tcPr/>
                </a:tc>
                <a:tc>
                  <a:txBody>
                    <a:bodyPr/>
                    <a:lstStyle/>
                    <a:p>
                      <a:pPr algn="r" rtl="1"/>
                      <a:r>
                        <a:rPr lang="he-IL" sz="1600" dirty="0">
                          <a:latin typeface="Tahoma" panose="020B0604030504040204" pitchFamily="34" charset="0"/>
                          <a:ea typeface="Tahoma" panose="020B0604030504040204" pitchFamily="34" charset="0"/>
                          <a:cs typeface="Tahoma" panose="020B0604030504040204" pitchFamily="34" charset="0"/>
                        </a:rPr>
                        <a:t>שימוש במיקרופון חיצוני ו- </a:t>
                      </a:r>
                      <a:r>
                        <a:rPr lang="en-US" sz="1600" dirty="0">
                          <a:latin typeface="Tahoma" panose="020B0604030504040204" pitchFamily="34" charset="0"/>
                          <a:ea typeface="Tahoma" panose="020B0604030504040204" pitchFamily="34" charset="0"/>
                          <a:cs typeface="Tahoma" panose="020B0604030504040204" pitchFamily="34" charset="0"/>
                        </a:rPr>
                        <a:t>ROS</a:t>
                      </a:r>
                      <a:r>
                        <a:rPr lang="he-IL" sz="1600" dirty="0">
                          <a:latin typeface="Tahoma" panose="020B0604030504040204" pitchFamily="34" charset="0"/>
                          <a:ea typeface="Tahoma" panose="020B0604030504040204" pitchFamily="34" charset="0"/>
                          <a:cs typeface="Tahoma" panose="020B0604030504040204" pitchFamily="34" charset="0"/>
                        </a:rPr>
                        <a:t> להעברת האות</a:t>
                      </a:r>
                    </a:p>
                  </a:txBody>
                  <a:tcPr/>
                </a:tc>
                <a:tc>
                  <a:txBody>
                    <a:bodyPr/>
                    <a:lstStyle/>
                    <a:p>
                      <a:pPr algn="r" rtl="1"/>
                      <a:r>
                        <a:rPr lang="he-IL" sz="1600" dirty="0">
                          <a:latin typeface="Tahoma" panose="020B0604030504040204" pitchFamily="34" charset="0"/>
                          <a:ea typeface="Tahoma" panose="020B0604030504040204" pitchFamily="34" charset="0"/>
                          <a:cs typeface="Tahoma" panose="020B0604030504040204" pitchFamily="34" charset="0"/>
                        </a:rPr>
                        <a:t>הקול נקלט במערך מיקרופונים של </a:t>
                      </a:r>
                      <a:r>
                        <a:rPr lang="en-US" sz="1600" dirty="0">
                          <a:latin typeface="Tahoma" panose="020B0604030504040204" pitchFamily="34" charset="0"/>
                          <a:ea typeface="Tahoma" panose="020B0604030504040204" pitchFamily="34" charset="0"/>
                          <a:cs typeface="Tahoma" panose="020B0604030504040204" pitchFamily="34" charset="0"/>
                        </a:rPr>
                        <a:t>ARI</a:t>
                      </a:r>
                      <a:r>
                        <a:rPr lang="he-IL" sz="1600" dirty="0">
                          <a:latin typeface="Tahoma" panose="020B0604030504040204" pitchFamily="34" charset="0"/>
                          <a:ea typeface="Tahoma" panose="020B0604030504040204" pitchFamily="34" charset="0"/>
                          <a:cs typeface="Tahoma" panose="020B0604030504040204" pitchFamily="34" charset="0"/>
                        </a:rPr>
                        <a:t> ונשלח לצומת </a:t>
                      </a:r>
                      <a:r>
                        <a:rPr lang="en-US" sz="1600" dirty="0" err="1">
                          <a:latin typeface="Tahoma" panose="020B0604030504040204" pitchFamily="34" charset="0"/>
                          <a:ea typeface="Tahoma" panose="020B0604030504040204" pitchFamily="34" charset="0"/>
                          <a:cs typeface="Tahoma" panose="020B0604030504040204" pitchFamily="34" charset="0"/>
                        </a:rPr>
                        <a:t>asr_transcriber</a:t>
                      </a:r>
                      <a:r>
                        <a:rPr lang="he-IL" sz="1600" dirty="0">
                          <a:latin typeface="Tahoma" panose="020B0604030504040204" pitchFamily="34" charset="0"/>
                          <a:ea typeface="Tahoma" panose="020B0604030504040204" pitchFamily="34" charset="0"/>
                          <a:cs typeface="Tahoma" panose="020B0604030504040204" pitchFamily="34" charset="0"/>
                        </a:rPr>
                        <a:t> ב-</a:t>
                      </a:r>
                      <a:r>
                        <a:rPr lang="en-US" sz="1600" dirty="0">
                          <a:latin typeface="Tahoma" panose="020B0604030504040204" pitchFamily="34" charset="0"/>
                          <a:ea typeface="Tahoma" panose="020B0604030504040204" pitchFamily="34" charset="0"/>
                          <a:cs typeface="Tahoma" panose="020B0604030504040204" pitchFamily="34" charset="0"/>
                        </a:rPr>
                        <a:t>ROS</a:t>
                      </a:r>
                      <a:endParaRPr lang="he-IL" sz="1600"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753206168"/>
                  </a:ext>
                </a:extLst>
              </a:tr>
              <a:tr h="522274">
                <a:tc>
                  <a:txBody>
                    <a:bodyPr/>
                    <a:lstStyle/>
                    <a:p>
                      <a:pPr algn="r" rtl="1"/>
                      <a:r>
                        <a:rPr lang="he-IL" sz="1600" dirty="0">
                          <a:latin typeface="Tahoma" panose="020B0604030504040204" pitchFamily="34" charset="0"/>
                          <a:ea typeface="Tahoma" panose="020B0604030504040204" pitchFamily="34" charset="0"/>
                          <a:cs typeface="Tahoma" panose="020B0604030504040204" pitchFamily="34" charset="0"/>
                        </a:rPr>
                        <a:t>המרת דיבור לטקסט </a:t>
                      </a:r>
                    </a:p>
                  </a:txBody>
                  <a:tcPr/>
                </a:tc>
                <a:tc>
                  <a:txBody>
                    <a:bodyPr/>
                    <a:lstStyle/>
                    <a:p>
                      <a:pPr algn="r" rtl="1"/>
                      <a:r>
                        <a:rPr lang="he-IL" sz="1600" dirty="0">
                          <a:latin typeface="Tahoma" panose="020B0604030504040204" pitchFamily="34" charset="0"/>
                          <a:ea typeface="Tahoma" panose="020B0604030504040204" pitchFamily="34" charset="0"/>
                          <a:cs typeface="Tahoma" panose="020B0604030504040204" pitchFamily="34" charset="0"/>
                        </a:rPr>
                        <a:t>שילוב מנוע פנימי או שירות ענן</a:t>
                      </a:r>
                    </a:p>
                  </a:txBody>
                  <a:tcPr/>
                </a:tc>
                <a:tc>
                  <a:txBody>
                    <a:bodyPr/>
                    <a:lstStyle/>
                    <a:p>
                      <a:pPr algn="r" rtl="1"/>
                      <a:r>
                        <a:rPr lang="he-IL" sz="1600" dirty="0">
                          <a:latin typeface="Tahoma" panose="020B0604030504040204" pitchFamily="34" charset="0"/>
                          <a:ea typeface="Tahoma" panose="020B0604030504040204" pitchFamily="34" charset="0"/>
                          <a:cs typeface="Tahoma" panose="020B0604030504040204" pitchFamily="34" charset="0"/>
                        </a:rPr>
                        <a:t>הטקסט מומר ע"י </a:t>
                      </a:r>
                      <a:r>
                        <a:rPr lang="en-US" sz="1600" dirty="0">
                          <a:latin typeface="Tahoma" panose="020B0604030504040204" pitchFamily="34" charset="0"/>
                          <a:ea typeface="Tahoma" panose="020B0604030504040204" pitchFamily="34" charset="0"/>
                          <a:cs typeface="Tahoma" panose="020B0604030504040204" pitchFamily="34" charset="0"/>
                        </a:rPr>
                        <a:t>Google ASR</a:t>
                      </a:r>
                      <a:r>
                        <a:rPr lang="he-IL" sz="1600" dirty="0">
                          <a:latin typeface="Tahoma" panose="020B0604030504040204" pitchFamily="34" charset="0"/>
                          <a:ea typeface="Tahoma" panose="020B0604030504040204" pitchFamily="34" charset="0"/>
                          <a:cs typeface="Tahoma" panose="020B0604030504040204" pitchFamily="34" charset="0"/>
                        </a:rPr>
                        <a:t> המופעל כשירות חיצוני ב</a:t>
                      </a:r>
                      <a:r>
                        <a:rPr lang="en-US" sz="1600" dirty="0">
                          <a:latin typeface="Tahoma" panose="020B0604030504040204" pitchFamily="34" charset="0"/>
                          <a:ea typeface="Tahoma" panose="020B0604030504040204" pitchFamily="34" charset="0"/>
                          <a:cs typeface="Tahoma" panose="020B0604030504040204" pitchFamily="34" charset="0"/>
                        </a:rPr>
                        <a:t>ROS</a:t>
                      </a:r>
                      <a:endParaRPr lang="he-IL" sz="1600"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3718732142"/>
                  </a:ext>
                </a:extLst>
              </a:tr>
              <a:tr h="513851">
                <a:tc>
                  <a:txBody>
                    <a:bodyPr/>
                    <a:lstStyle/>
                    <a:p>
                      <a:pPr algn="r" rtl="1"/>
                      <a:r>
                        <a:rPr lang="he-IL" sz="1600" dirty="0">
                          <a:latin typeface="Tahoma" panose="020B0604030504040204" pitchFamily="34" charset="0"/>
                          <a:ea typeface="Tahoma" panose="020B0604030504040204" pitchFamily="34" charset="0"/>
                          <a:cs typeface="Tahoma" panose="020B0604030504040204" pitchFamily="34" charset="0"/>
                        </a:rPr>
                        <a:t>בניית מערכת </a:t>
                      </a:r>
                      <a:r>
                        <a:rPr lang="he-IL" sz="1600" dirty="0" err="1">
                          <a:latin typeface="Tahoma" panose="020B0604030504040204" pitchFamily="34" charset="0"/>
                          <a:ea typeface="Tahoma" panose="020B0604030504040204" pitchFamily="34" charset="0"/>
                          <a:cs typeface="Tahoma" panose="020B0604030504040204" pitchFamily="34" charset="0"/>
                        </a:rPr>
                        <a:t>צ'אטבוט</a:t>
                      </a:r>
                      <a:endParaRPr lang="he-IL" sz="16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algn="r" rtl="1"/>
                      <a:r>
                        <a:rPr lang="he-IL" sz="1600" dirty="0">
                          <a:latin typeface="Tahoma" panose="020B0604030504040204" pitchFamily="34" charset="0"/>
                          <a:ea typeface="Tahoma" panose="020B0604030504040204" pitchFamily="34" charset="0"/>
                          <a:cs typeface="Tahoma" panose="020B0604030504040204" pitchFamily="34" charset="0"/>
                        </a:rPr>
                        <a:t>פיתוח מעטפת התוכנה הנדרשת להפיכת מודל שפה </a:t>
                      </a:r>
                      <a:r>
                        <a:rPr lang="he-IL" sz="1600" dirty="0" err="1">
                          <a:latin typeface="Tahoma" panose="020B0604030504040204" pitchFamily="34" charset="0"/>
                          <a:ea typeface="Tahoma" panose="020B0604030504040204" pitchFamily="34" charset="0"/>
                          <a:cs typeface="Tahoma" panose="020B0604030504040204" pitchFamily="34" charset="0"/>
                        </a:rPr>
                        <a:t>לצ'אטבוט</a:t>
                      </a:r>
                      <a:endParaRPr lang="he-IL" sz="16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algn="r" rtl="1"/>
                      <a:r>
                        <a:rPr lang="he-IL" sz="1600" dirty="0">
                          <a:latin typeface="Tahoma" panose="020B0604030504040204" pitchFamily="34" charset="0"/>
                          <a:ea typeface="Tahoma" panose="020B0604030504040204" pitchFamily="34" charset="0"/>
                          <a:cs typeface="Tahoma" panose="020B0604030504040204" pitchFamily="34" charset="0"/>
                        </a:rPr>
                        <a:t>בוצע</a:t>
                      </a:r>
                      <a:r>
                        <a:rPr lang="en-US" sz="1600" dirty="0">
                          <a:latin typeface="Tahoma" panose="020B0604030504040204" pitchFamily="34" charset="0"/>
                          <a:ea typeface="Tahoma" panose="020B0604030504040204" pitchFamily="34" charset="0"/>
                          <a:cs typeface="Tahoma" panose="020B0604030504040204" pitchFamily="34" charset="0"/>
                        </a:rPr>
                        <a:t>Prompt Engineering </a:t>
                      </a:r>
                      <a:r>
                        <a:rPr lang="he-IL" sz="1600" dirty="0">
                          <a:latin typeface="Tahoma" panose="020B0604030504040204" pitchFamily="34" charset="0"/>
                          <a:ea typeface="Tahoma" panose="020B0604030504040204" pitchFamily="34" charset="0"/>
                          <a:cs typeface="Tahoma" panose="020B0604030504040204" pitchFamily="34" charset="0"/>
                        </a:rPr>
                        <a:t> + נבנתה המעטפת לניהול שיחה וניהול זיכרון שיחה באמצעות </a:t>
                      </a:r>
                      <a:r>
                        <a:rPr lang="en-US" sz="1600" dirty="0" err="1">
                          <a:latin typeface="Tahoma" panose="020B0604030504040204" pitchFamily="34" charset="0"/>
                          <a:ea typeface="Tahoma" panose="020B0604030504040204" pitchFamily="34" charset="0"/>
                          <a:cs typeface="Tahoma" panose="020B0604030504040204" pitchFamily="34" charset="0"/>
                        </a:rPr>
                        <a:t>Ollama</a:t>
                      </a:r>
                      <a:r>
                        <a:rPr lang="he-IL" sz="1600" dirty="0">
                          <a:latin typeface="Tahoma" panose="020B0604030504040204" pitchFamily="34" charset="0"/>
                          <a:ea typeface="Tahoma" panose="020B0604030504040204" pitchFamily="34" charset="0"/>
                          <a:cs typeface="Tahoma" panose="020B0604030504040204" pitchFamily="34" charset="0"/>
                        </a:rPr>
                        <a:t> ו- </a:t>
                      </a:r>
                      <a:r>
                        <a:rPr lang="en-US" sz="1600" dirty="0" err="1">
                          <a:latin typeface="Tahoma" panose="020B0604030504040204" pitchFamily="34" charset="0"/>
                          <a:ea typeface="Tahoma" panose="020B0604030504040204" pitchFamily="34" charset="0"/>
                          <a:cs typeface="Tahoma" panose="020B0604030504040204" pitchFamily="34" charset="0"/>
                        </a:rPr>
                        <a:t>Langchain</a:t>
                      </a:r>
                      <a:endParaRPr lang="he-IL" sz="1600"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3336402277"/>
                  </a:ext>
                </a:extLst>
              </a:tr>
              <a:tr h="513851">
                <a:tc>
                  <a:txBody>
                    <a:bodyPr/>
                    <a:lstStyle/>
                    <a:p>
                      <a:pPr algn="r" rtl="1"/>
                      <a:r>
                        <a:rPr lang="he-IL" sz="1600" dirty="0">
                          <a:latin typeface="Tahoma" panose="020B0604030504040204" pitchFamily="34" charset="0"/>
                          <a:ea typeface="Tahoma" panose="020B0604030504040204" pitchFamily="34" charset="0"/>
                          <a:cs typeface="Tahoma" panose="020B0604030504040204" pitchFamily="34" charset="0"/>
                        </a:rPr>
                        <a:t>הפיכת המודל למומחה בתחום עניין ספציפי</a:t>
                      </a:r>
                    </a:p>
                  </a:txBody>
                  <a:tcPr/>
                </a:tc>
                <a:tc>
                  <a:txBody>
                    <a:bodyPr/>
                    <a:lstStyle/>
                    <a:p>
                      <a:pPr algn="r" rtl="1"/>
                      <a:r>
                        <a:rPr lang="he-IL" sz="1600" dirty="0">
                          <a:latin typeface="Tahoma" panose="020B0604030504040204" pitchFamily="34" charset="0"/>
                          <a:ea typeface="Tahoma" panose="020B0604030504040204" pitchFamily="34" charset="0"/>
                          <a:cs typeface="Tahoma" panose="020B0604030504040204" pitchFamily="34" charset="0"/>
                        </a:rPr>
                        <a:t>מחקר על האפשרויות לשיפורי ביצועי המודל בתחום ספציפי </a:t>
                      </a:r>
                    </a:p>
                  </a:txBody>
                  <a:tcPr/>
                </a:tc>
                <a:tc>
                  <a:txBody>
                    <a:bodyPr/>
                    <a:lstStyle/>
                    <a:p>
                      <a:pPr algn="r" rtl="1"/>
                      <a:r>
                        <a:rPr lang="he-IL" sz="1600" dirty="0">
                          <a:latin typeface="Tahoma" panose="020B0604030504040204" pitchFamily="34" charset="0"/>
                          <a:ea typeface="Tahoma" panose="020B0604030504040204" pitchFamily="34" charset="0"/>
                          <a:cs typeface="Tahoma" panose="020B0604030504040204" pitchFamily="34" charset="0"/>
                        </a:rPr>
                        <a:t>פותח מסד מידע </a:t>
                      </a:r>
                      <a:r>
                        <a:rPr lang="he-IL" sz="1600" dirty="0" err="1">
                          <a:latin typeface="Tahoma" panose="020B0604030504040204" pitchFamily="34" charset="0"/>
                          <a:ea typeface="Tahoma" panose="020B0604030504040204" pitchFamily="34" charset="0"/>
                          <a:cs typeface="Tahoma" panose="020B0604030504040204" pitchFamily="34" charset="0"/>
                        </a:rPr>
                        <a:t>וקטורי</a:t>
                      </a:r>
                      <a:r>
                        <a:rPr lang="he-IL" sz="1600" dirty="0">
                          <a:latin typeface="Tahoma" panose="020B0604030504040204" pitchFamily="34" charset="0"/>
                          <a:ea typeface="Tahoma" panose="020B0604030504040204" pitchFamily="34" charset="0"/>
                          <a:cs typeface="Tahoma" panose="020B0604030504040204" pitchFamily="34" charset="0"/>
                        </a:rPr>
                        <a:t> ב-</a:t>
                      </a:r>
                      <a:r>
                        <a:rPr lang="en-US" sz="1600" dirty="0">
                          <a:latin typeface="Tahoma" panose="020B0604030504040204" pitchFamily="34" charset="0"/>
                          <a:ea typeface="Tahoma" panose="020B0604030504040204" pitchFamily="34" charset="0"/>
                          <a:cs typeface="Tahoma" panose="020B0604030504040204" pitchFamily="34" charset="0"/>
                        </a:rPr>
                        <a:t>FAISS</a:t>
                      </a:r>
                      <a:r>
                        <a:rPr lang="he-IL" sz="1600" dirty="0">
                          <a:latin typeface="Tahoma" panose="020B0604030504040204" pitchFamily="34" charset="0"/>
                          <a:ea typeface="Tahoma" panose="020B0604030504040204" pitchFamily="34" charset="0"/>
                          <a:cs typeface="Tahoma" panose="020B0604030504040204" pitchFamily="34" charset="0"/>
                        </a:rPr>
                        <a:t> על בסיס מאמרי פרופ' שרון גנות והוטמע בתוכנת </a:t>
                      </a:r>
                      <a:r>
                        <a:rPr lang="he-IL" sz="1600" dirty="0" err="1">
                          <a:latin typeface="Tahoma" panose="020B0604030504040204" pitchFamily="34" charset="0"/>
                          <a:ea typeface="Tahoma" panose="020B0604030504040204" pitchFamily="34" charset="0"/>
                          <a:cs typeface="Tahoma" panose="020B0604030504040204" pitchFamily="34" charset="0"/>
                        </a:rPr>
                        <a:t>הצ'אטבוט</a:t>
                      </a:r>
                      <a:r>
                        <a:rPr lang="he-IL" sz="1600" dirty="0">
                          <a:latin typeface="Tahoma" panose="020B0604030504040204" pitchFamily="34" charset="0"/>
                          <a:ea typeface="Tahoma" panose="020B0604030504040204" pitchFamily="34" charset="0"/>
                          <a:cs typeface="Tahoma" panose="020B0604030504040204" pitchFamily="34" charset="0"/>
                        </a:rPr>
                        <a:t> כמערכת </a:t>
                      </a:r>
                      <a:r>
                        <a:rPr lang="en-US" sz="1600" dirty="0">
                          <a:latin typeface="Tahoma" panose="020B0604030504040204" pitchFamily="34" charset="0"/>
                          <a:ea typeface="Tahoma" panose="020B0604030504040204" pitchFamily="34" charset="0"/>
                          <a:cs typeface="Tahoma" panose="020B0604030504040204" pitchFamily="34" charset="0"/>
                        </a:rPr>
                        <a:t>RAG</a:t>
                      </a:r>
                      <a:endParaRPr lang="he-IL" sz="1600"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4241748526"/>
                  </a:ext>
                </a:extLst>
              </a:tr>
              <a:tr h="547545">
                <a:tc>
                  <a:txBody>
                    <a:bodyPr/>
                    <a:lstStyle/>
                    <a:p>
                      <a:pPr algn="r" rtl="1"/>
                      <a:r>
                        <a:rPr lang="he-IL" sz="1600" dirty="0">
                          <a:latin typeface="Tahoma" panose="020B0604030504040204" pitchFamily="34" charset="0"/>
                          <a:ea typeface="Tahoma" panose="020B0604030504040204" pitchFamily="34" charset="0"/>
                          <a:cs typeface="Tahoma" panose="020B0604030504040204" pitchFamily="34" charset="0"/>
                        </a:rPr>
                        <a:t>המרת טקסט לדיבור</a:t>
                      </a:r>
                    </a:p>
                  </a:txBody>
                  <a:tcPr/>
                </a:tc>
                <a:tc>
                  <a:txBody>
                    <a:bodyPr/>
                    <a:lstStyle/>
                    <a:p>
                      <a:pPr algn="r" rtl="1"/>
                      <a:r>
                        <a:rPr lang="he-IL" sz="1600" dirty="0">
                          <a:latin typeface="Tahoma" panose="020B0604030504040204" pitchFamily="34" charset="0"/>
                          <a:ea typeface="Tahoma" panose="020B0604030504040204" pitchFamily="34" charset="0"/>
                          <a:cs typeface="Tahoma" panose="020B0604030504040204" pitchFamily="34" charset="0"/>
                        </a:rPr>
                        <a:t>שילוב מנוע פנימי או שירות ענן</a:t>
                      </a:r>
                    </a:p>
                  </a:txBody>
                  <a:tcPr/>
                </a:tc>
                <a:tc>
                  <a:txBody>
                    <a:bodyPr/>
                    <a:lstStyle/>
                    <a:p>
                      <a:pPr algn="r" rtl="1"/>
                      <a:r>
                        <a:rPr lang="he-IL" sz="1600" dirty="0">
                          <a:latin typeface="Tahoma" panose="020B0604030504040204" pitchFamily="34" charset="0"/>
                          <a:ea typeface="Tahoma" panose="020B0604030504040204" pitchFamily="34" charset="0"/>
                          <a:cs typeface="Tahoma" panose="020B0604030504040204" pitchFamily="34" charset="0"/>
                        </a:rPr>
                        <a:t>הפלט מופנה </a:t>
                      </a:r>
                      <a:r>
                        <a:rPr lang="he-IL" sz="1600" dirty="0" err="1">
                          <a:latin typeface="Tahoma" panose="020B0604030504040204" pitchFamily="34" charset="0"/>
                          <a:ea typeface="Tahoma" panose="020B0604030504040204" pitchFamily="34" charset="0"/>
                          <a:cs typeface="Tahoma" panose="020B0604030504040204" pitchFamily="34" charset="0"/>
                        </a:rPr>
                        <a:t>לטופיק</a:t>
                      </a:r>
                      <a:r>
                        <a:rPr lang="he-IL" sz="1600" dirty="0">
                          <a:latin typeface="Tahoma" panose="020B0604030504040204" pitchFamily="34" charset="0"/>
                          <a:ea typeface="Tahoma" panose="020B0604030504040204" pitchFamily="34" charset="0"/>
                          <a:cs typeface="Tahoma" panose="020B0604030504040204" pitchFamily="34" charset="0"/>
                        </a:rPr>
                        <a:t> </a:t>
                      </a:r>
                      <a:r>
                        <a:rPr lang="en-US" sz="1600" dirty="0" err="1">
                          <a:latin typeface="Tahoma" panose="020B0604030504040204" pitchFamily="34" charset="0"/>
                          <a:ea typeface="Tahoma" panose="020B0604030504040204" pitchFamily="34" charset="0"/>
                          <a:cs typeface="Tahoma" panose="020B0604030504040204" pitchFamily="34" charset="0"/>
                        </a:rPr>
                        <a:t>tts</a:t>
                      </a:r>
                      <a:r>
                        <a:rPr lang="en-US" sz="1600" dirty="0">
                          <a:latin typeface="Tahoma" panose="020B0604030504040204" pitchFamily="34" charset="0"/>
                          <a:ea typeface="Tahoma" panose="020B0604030504040204" pitchFamily="34" charset="0"/>
                          <a:cs typeface="Tahoma" panose="020B0604030504040204" pitchFamily="34" charset="0"/>
                        </a:rPr>
                        <a:t>/goal</a:t>
                      </a:r>
                      <a:r>
                        <a:rPr lang="he-IL" sz="1600" dirty="0">
                          <a:latin typeface="Tahoma" panose="020B0604030504040204" pitchFamily="34" charset="0"/>
                          <a:ea typeface="Tahoma" panose="020B0604030504040204" pitchFamily="34" charset="0"/>
                          <a:cs typeface="Tahoma" panose="020B0604030504040204" pitchFamily="34" charset="0"/>
                        </a:rPr>
                        <a:t> של </a:t>
                      </a:r>
                      <a:r>
                        <a:rPr lang="en-US" sz="1600" dirty="0">
                          <a:latin typeface="Tahoma" panose="020B0604030504040204" pitchFamily="34" charset="0"/>
                          <a:ea typeface="Tahoma" panose="020B0604030504040204" pitchFamily="34" charset="0"/>
                          <a:cs typeface="Tahoma" panose="020B0604030504040204" pitchFamily="34" charset="0"/>
                        </a:rPr>
                        <a:t>ARI</a:t>
                      </a:r>
                      <a:r>
                        <a:rPr lang="he-IL" sz="1600" dirty="0">
                          <a:latin typeface="Tahoma" panose="020B0604030504040204" pitchFamily="34" charset="0"/>
                          <a:ea typeface="Tahoma" panose="020B0604030504040204" pitchFamily="34" charset="0"/>
                          <a:cs typeface="Tahoma" panose="020B0604030504040204" pitchFamily="34" charset="0"/>
                        </a:rPr>
                        <a:t> – המנוע הפנימי שמפיק דיבור</a:t>
                      </a:r>
                    </a:p>
                  </a:txBody>
                  <a:tcPr/>
                </a:tc>
                <a:extLst>
                  <a:ext uri="{0D108BD9-81ED-4DB2-BD59-A6C34878D82A}">
                    <a16:rowId xmlns:a16="http://schemas.microsoft.com/office/drawing/2014/main" val="3854465834"/>
                  </a:ext>
                </a:extLst>
              </a:tr>
            </a:tbl>
          </a:graphicData>
        </a:graphic>
      </p:graphicFrame>
      <p:sp>
        <p:nvSpPr>
          <p:cNvPr id="4" name="Footer Placeholder 3">
            <a:extLst>
              <a:ext uri="{FF2B5EF4-FFF2-40B4-BE49-F238E27FC236}">
                <a16:creationId xmlns:a16="http://schemas.microsoft.com/office/drawing/2014/main" id="{D241B2D7-F905-91F7-EDC2-DC08E1CA2AE5}"/>
              </a:ext>
            </a:extLst>
          </p:cNvPr>
          <p:cNvSpPr>
            <a:spLocks noGrp="1"/>
          </p:cNvSpPr>
          <p:nvPr>
            <p:ph type="ftr" sz="quarter" idx="11"/>
          </p:nvPr>
        </p:nvSpPr>
        <p:spPr>
          <a:xfrm>
            <a:off x="5853959" y="6492875"/>
            <a:ext cx="1633961" cy="365125"/>
          </a:xfrm>
        </p:spPr>
        <p:txBody>
          <a:bodyPr/>
          <a:lstStyle/>
          <a:p>
            <a:pPr algn="ctr"/>
            <a:r>
              <a:rPr lang="he-IL" sz="1200" dirty="0"/>
              <a:t>פרויקט מס' 217</a:t>
            </a:r>
          </a:p>
        </p:txBody>
      </p:sp>
    </p:spTree>
    <p:extLst>
      <p:ext uri="{BB962C8B-B14F-4D97-AF65-F5344CB8AC3E}">
        <p14:creationId xmlns:p14="http://schemas.microsoft.com/office/powerpoint/2010/main" val="729133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4CBA4-6E31-2FAB-8651-67C131713722}"/>
              </a:ext>
            </a:extLst>
          </p:cNvPr>
          <p:cNvSpPr>
            <a:spLocks noGrp="1"/>
          </p:cNvSpPr>
          <p:nvPr>
            <p:ph type="title"/>
          </p:nvPr>
        </p:nvSpPr>
        <p:spPr/>
        <p:txBody>
          <a:bodyPr/>
          <a:lstStyle/>
          <a:p>
            <a:r>
              <a:rPr lang="he-IL" dirty="0"/>
              <a:t>סיכום והצעות להמשך</a:t>
            </a:r>
            <a:endParaRPr lang="LID4096" dirty="0"/>
          </a:p>
        </p:txBody>
      </p:sp>
      <p:sp>
        <p:nvSpPr>
          <p:cNvPr id="3" name="Content Placeholder 2">
            <a:extLst>
              <a:ext uri="{FF2B5EF4-FFF2-40B4-BE49-F238E27FC236}">
                <a16:creationId xmlns:a16="http://schemas.microsoft.com/office/drawing/2014/main" id="{83FEAFB3-5468-36C8-BCA7-8AE5508028D7}"/>
              </a:ext>
            </a:extLst>
          </p:cNvPr>
          <p:cNvSpPr>
            <a:spLocks noGrp="1"/>
          </p:cNvSpPr>
          <p:nvPr>
            <p:ph idx="1"/>
          </p:nvPr>
        </p:nvSpPr>
        <p:spPr>
          <a:xfrm>
            <a:off x="1484310" y="2194559"/>
            <a:ext cx="10018713" cy="3850641"/>
          </a:xfrm>
        </p:spPr>
        <p:txBody>
          <a:bodyPr>
            <a:normAutofit fontScale="77500" lnSpcReduction="20000"/>
          </a:bodyPr>
          <a:lstStyle/>
          <a:p>
            <a:pPr algn="r" rtl="1"/>
            <a:r>
              <a:rPr lang="he-IL" dirty="0"/>
              <a:t>לסיכום פיתחנו מערכת מודולרית להשוואת מודלי שפה ויישמנו שיחה קולית בזמן אמת עם רובוט באמצעות שילוב מודל </a:t>
            </a:r>
            <a:r>
              <a:rPr lang="en-US" dirty="0"/>
              <a:t>LLM</a:t>
            </a:r>
            <a:r>
              <a:rPr lang="he-IL" dirty="0"/>
              <a:t>,יכולת </a:t>
            </a:r>
            <a:r>
              <a:rPr lang="en-US" dirty="0"/>
              <a:t> Text-to-Speech</a:t>
            </a:r>
            <a:r>
              <a:rPr lang="he-IL" dirty="0"/>
              <a:t>מובנית של הרובוט, שירות </a:t>
            </a:r>
            <a:r>
              <a:rPr lang="en-US" dirty="0"/>
              <a:t>Speech-to-Text</a:t>
            </a:r>
            <a:r>
              <a:rPr lang="he-IL" dirty="0"/>
              <a:t> של גוגל, והטמענו מערכת </a:t>
            </a:r>
            <a:r>
              <a:rPr lang="en-US" dirty="0"/>
              <a:t>RAG</a:t>
            </a:r>
            <a:r>
              <a:rPr lang="he-IL" dirty="0"/>
              <a:t> לשאילתות ממאגרי מידע מהימנים. פיתחנו דמויות מומחה בתחומים שונים</a:t>
            </a:r>
            <a:r>
              <a:rPr lang="en-US" dirty="0"/>
              <a:t>.</a:t>
            </a:r>
            <a:br>
              <a:rPr lang="en-US" dirty="0"/>
            </a:br>
            <a:endParaRPr lang="he-IL" dirty="0"/>
          </a:p>
          <a:p>
            <a:pPr algn="r" rtl="1"/>
            <a:r>
              <a:rPr lang="he-IL" dirty="0"/>
              <a:t>הצעות להמשך פיתוח:</a:t>
            </a:r>
          </a:p>
          <a:p>
            <a:pPr algn="r" rtl="1">
              <a:buFont typeface="Arial" panose="020B0604020202020204" pitchFamily="34" charset="0"/>
              <a:buChar char="•"/>
            </a:pPr>
            <a:r>
              <a:rPr lang="he-IL" dirty="0"/>
              <a:t> שילוב של אלגוריתם עיבוד הקול בזמן אמת שפותח במעבדה.</a:t>
            </a:r>
          </a:p>
          <a:p>
            <a:pPr algn="r" rtl="1">
              <a:buFont typeface="Arial" panose="020B0604020202020204" pitchFamily="34" charset="0"/>
              <a:buChar char="•"/>
            </a:pPr>
            <a:r>
              <a:rPr lang="he-IL" dirty="0"/>
              <a:t> שיפור מאגר ה</a:t>
            </a:r>
            <a:r>
              <a:rPr lang="en-US" dirty="0"/>
              <a:t>RAG</a:t>
            </a:r>
            <a:r>
              <a:rPr lang="he-IL" dirty="0"/>
              <a:t> (ניקוי המידע,הסופת מאמרים, בניית </a:t>
            </a:r>
            <a:r>
              <a:rPr lang="en-US" dirty="0"/>
              <a:t>RAG</a:t>
            </a:r>
            <a:r>
              <a:rPr lang="he-IL" dirty="0"/>
              <a:t> לדמויות נוספות).</a:t>
            </a:r>
          </a:p>
          <a:p>
            <a:pPr algn="r" rtl="1">
              <a:buFont typeface="Arial" panose="020B0604020202020204" pitchFamily="34" charset="0"/>
              <a:buChar char="•"/>
            </a:pPr>
            <a:r>
              <a:rPr lang="he-IL" dirty="0"/>
              <a:t>הפיכת המערכת ל</a:t>
            </a:r>
            <a:r>
              <a:rPr lang="en-US" dirty="0"/>
              <a:t> </a:t>
            </a:r>
            <a:r>
              <a:rPr lang="he-IL" dirty="0"/>
              <a:t> </a:t>
            </a:r>
            <a:r>
              <a:rPr lang="en-US" dirty="0"/>
              <a:t>Agentic RAG</a:t>
            </a:r>
            <a:endParaRPr lang="he-IL" dirty="0"/>
          </a:p>
          <a:p>
            <a:pPr algn="r" rtl="1">
              <a:buFont typeface="Arial" panose="020B0604020202020204" pitchFamily="34" charset="0"/>
              <a:buChar char="•"/>
            </a:pPr>
            <a:r>
              <a:rPr lang="he-IL" dirty="0"/>
              <a:t>בחינה של מודלים חדשים עם מנגנוני</a:t>
            </a:r>
            <a:r>
              <a:rPr lang="en-US" dirty="0"/>
              <a:t> prompts </a:t>
            </a:r>
            <a:r>
              <a:rPr lang="he-IL" dirty="0"/>
              <a:t>מתקדמים. </a:t>
            </a:r>
          </a:p>
          <a:p>
            <a:pPr algn="r" rtl="1">
              <a:buFont typeface="Arial" panose="020B0604020202020204" pitchFamily="34" charset="0"/>
              <a:buChar char="•"/>
            </a:pPr>
            <a:r>
              <a:rPr lang="he-IL" dirty="0"/>
              <a:t>יישום ממשק משתמש ויזואלי לרובוט </a:t>
            </a:r>
            <a:r>
              <a:rPr lang="en-US" dirty="0"/>
              <a:t>ARI</a:t>
            </a:r>
            <a:r>
              <a:rPr lang="he-IL" dirty="0"/>
              <a:t> לשינוי דמות ומודל בלחיצה ישירות מהרובוט.</a:t>
            </a:r>
          </a:p>
          <a:p>
            <a:pPr algn="r" rtl="1">
              <a:buFont typeface="Arial" panose="020B0604020202020204" pitchFamily="34" charset="0"/>
              <a:buChar char="•"/>
            </a:pPr>
            <a:r>
              <a:rPr lang="he-IL" dirty="0"/>
              <a:t>הוספת תחומי עניין נוספים</a:t>
            </a:r>
          </a:p>
          <a:p>
            <a:pPr algn="r" rtl="1"/>
            <a:endParaRPr lang="LID4096" dirty="0"/>
          </a:p>
        </p:txBody>
      </p:sp>
      <p:sp>
        <p:nvSpPr>
          <p:cNvPr id="4" name="Footer Placeholder 3">
            <a:extLst>
              <a:ext uri="{FF2B5EF4-FFF2-40B4-BE49-F238E27FC236}">
                <a16:creationId xmlns:a16="http://schemas.microsoft.com/office/drawing/2014/main" id="{1B29C1DD-92DF-A6A4-86C6-2E33FCDC3BA6}"/>
              </a:ext>
            </a:extLst>
          </p:cNvPr>
          <p:cNvSpPr>
            <a:spLocks noGrp="1"/>
          </p:cNvSpPr>
          <p:nvPr>
            <p:ph type="ftr" sz="quarter" idx="11"/>
          </p:nvPr>
        </p:nvSpPr>
        <p:spPr>
          <a:xfrm>
            <a:off x="5874279" y="6045200"/>
            <a:ext cx="1329161" cy="365125"/>
          </a:xfrm>
        </p:spPr>
        <p:txBody>
          <a:bodyPr/>
          <a:lstStyle/>
          <a:p>
            <a:pPr algn="ctr"/>
            <a:r>
              <a:rPr lang="he-IL" sz="1200" dirty="0"/>
              <a:t>פרויקט מס' 217</a:t>
            </a:r>
          </a:p>
        </p:txBody>
      </p:sp>
    </p:spTree>
    <p:extLst>
      <p:ext uri="{BB962C8B-B14F-4D97-AF65-F5344CB8AC3E}">
        <p14:creationId xmlns:p14="http://schemas.microsoft.com/office/powerpoint/2010/main" val="2509850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0A18F-D292-BF9E-AF18-18D2D61CD370}"/>
              </a:ext>
            </a:extLst>
          </p:cNvPr>
          <p:cNvSpPr>
            <a:spLocks noGrp="1"/>
          </p:cNvSpPr>
          <p:nvPr>
            <p:ph type="title"/>
          </p:nvPr>
        </p:nvSpPr>
        <p:spPr/>
        <p:txBody>
          <a:bodyPr/>
          <a:lstStyle/>
          <a:p>
            <a:pPr rtl="1"/>
            <a:r>
              <a:rPr lang="he-IL" dirty="0"/>
              <a:t>נספחים - </a:t>
            </a:r>
            <a:r>
              <a:rPr lang="en-US" dirty="0"/>
              <a:t>ROS</a:t>
            </a:r>
            <a:endParaRPr lang="LID4096" dirty="0"/>
          </a:p>
        </p:txBody>
      </p:sp>
      <p:pic>
        <p:nvPicPr>
          <p:cNvPr id="4" name="Content Placeholder 3" descr="A diagram of a service&#10;&#10;AI-generated content may be incorrect.">
            <a:extLst>
              <a:ext uri="{FF2B5EF4-FFF2-40B4-BE49-F238E27FC236}">
                <a16:creationId xmlns:a16="http://schemas.microsoft.com/office/drawing/2014/main" id="{19065B6A-9729-CE9A-1EBD-D322D98D651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3714433" y="2667000"/>
            <a:ext cx="5558472" cy="3124200"/>
          </a:xfrm>
          <a:prstGeom prst="rect">
            <a:avLst/>
          </a:prstGeom>
          <a:noFill/>
          <a:ln>
            <a:noFill/>
          </a:ln>
        </p:spPr>
      </p:pic>
      <p:sp>
        <p:nvSpPr>
          <p:cNvPr id="5" name="Footer Placeholder 4">
            <a:extLst>
              <a:ext uri="{FF2B5EF4-FFF2-40B4-BE49-F238E27FC236}">
                <a16:creationId xmlns:a16="http://schemas.microsoft.com/office/drawing/2014/main" id="{DB902A8D-38CC-C695-287E-4A3B0E9B0CE4}"/>
              </a:ext>
            </a:extLst>
          </p:cNvPr>
          <p:cNvSpPr>
            <a:spLocks noGrp="1"/>
          </p:cNvSpPr>
          <p:nvPr>
            <p:ph type="ftr" sz="quarter" idx="11"/>
          </p:nvPr>
        </p:nvSpPr>
        <p:spPr/>
        <p:txBody>
          <a:bodyPr/>
          <a:lstStyle/>
          <a:p>
            <a:pPr algn="ctr"/>
            <a:r>
              <a:rPr lang="he-IL" sz="1200" dirty="0"/>
              <a:t>פרויקט מס' 217</a:t>
            </a:r>
          </a:p>
        </p:txBody>
      </p:sp>
    </p:spTree>
    <p:extLst>
      <p:ext uri="{BB962C8B-B14F-4D97-AF65-F5344CB8AC3E}">
        <p14:creationId xmlns:p14="http://schemas.microsoft.com/office/powerpoint/2010/main" val="10609270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8541F-1004-1FF9-F376-37E37A50AA8A}"/>
              </a:ext>
            </a:extLst>
          </p:cNvPr>
          <p:cNvSpPr>
            <a:spLocks noGrp="1"/>
          </p:cNvSpPr>
          <p:nvPr>
            <p:ph type="title"/>
          </p:nvPr>
        </p:nvSpPr>
        <p:spPr/>
        <p:txBody>
          <a:bodyPr/>
          <a:lstStyle/>
          <a:p>
            <a:pPr rtl="1"/>
            <a:r>
              <a:rPr lang="he-IL" dirty="0"/>
              <a:t>נספחים – </a:t>
            </a:r>
            <a:r>
              <a:rPr lang="en-US" dirty="0"/>
              <a:t>simp vs </a:t>
            </a:r>
            <a:r>
              <a:rPr lang="en-US" dirty="0" err="1"/>
              <a:t>eng</a:t>
            </a:r>
            <a:endParaRPr lang="LID4096" dirty="0"/>
          </a:p>
        </p:txBody>
      </p:sp>
      <p:pic>
        <p:nvPicPr>
          <p:cNvPr id="20" name="Content Placeholder 19" descr="A screenshot of a computer&#10;&#10;AI-generated content may be incorrect.">
            <a:extLst>
              <a:ext uri="{FF2B5EF4-FFF2-40B4-BE49-F238E27FC236}">
                <a16:creationId xmlns:a16="http://schemas.microsoft.com/office/drawing/2014/main" id="{3007AAD7-B3BA-A3D1-F7AE-0BEB5F58C6F0}"/>
              </a:ext>
            </a:extLst>
          </p:cNvPr>
          <p:cNvPicPr>
            <a:picLocks noGrp="1" noChangeAspect="1"/>
          </p:cNvPicPr>
          <p:nvPr>
            <p:ph idx="1"/>
          </p:nvPr>
        </p:nvPicPr>
        <p:blipFill>
          <a:blip r:embed="rId2"/>
          <a:stretch>
            <a:fillRect/>
          </a:stretch>
        </p:blipFill>
        <p:spPr>
          <a:xfrm>
            <a:off x="2126996" y="2067179"/>
            <a:ext cx="9194799" cy="4022725"/>
          </a:xfrm>
        </p:spPr>
      </p:pic>
      <p:sp>
        <p:nvSpPr>
          <p:cNvPr id="4" name="Footer Placeholder 3">
            <a:extLst>
              <a:ext uri="{FF2B5EF4-FFF2-40B4-BE49-F238E27FC236}">
                <a16:creationId xmlns:a16="http://schemas.microsoft.com/office/drawing/2014/main" id="{D9F65B9D-8B1F-B81C-A759-4543FC10EAAA}"/>
              </a:ext>
            </a:extLst>
          </p:cNvPr>
          <p:cNvSpPr>
            <a:spLocks noGrp="1"/>
          </p:cNvSpPr>
          <p:nvPr>
            <p:ph type="ftr" sz="quarter" idx="11"/>
          </p:nvPr>
        </p:nvSpPr>
        <p:spPr>
          <a:xfrm>
            <a:off x="2765746" y="6272784"/>
            <a:ext cx="7084177" cy="365125"/>
          </a:xfrm>
        </p:spPr>
        <p:txBody>
          <a:bodyPr/>
          <a:lstStyle/>
          <a:p>
            <a:pPr algn="ctr"/>
            <a:r>
              <a:rPr lang="he-IL" sz="1200" dirty="0"/>
              <a:t>פרויקט מס' 217</a:t>
            </a:r>
          </a:p>
        </p:txBody>
      </p:sp>
    </p:spTree>
    <p:extLst>
      <p:ext uri="{BB962C8B-B14F-4D97-AF65-F5344CB8AC3E}">
        <p14:creationId xmlns:p14="http://schemas.microsoft.com/office/powerpoint/2010/main" val="3840319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43FFE-80EF-4270-71EC-2CE10F6F1490}"/>
              </a:ext>
            </a:extLst>
          </p:cNvPr>
          <p:cNvSpPr>
            <a:spLocks noGrp="1"/>
          </p:cNvSpPr>
          <p:nvPr>
            <p:ph type="title"/>
          </p:nvPr>
        </p:nvSpPr>
        <p:spPr/>
        <p:txBody>
          <a:bodyPr/>
          <a:lstStyle/>
          <a:p>
            <a:pPr rtl="1"/>
            <a:r>
              <a:rPr lang="he-IL" dirty="0"/>
              <a:t>נספחים – בניית </a:t>
            </a:r>
            <a:r>
              <a:rPr lang="en-US" dirty="0"/>
              <a:t>RAG</a:t>
            </a:r>
            <a:endParaRPr lang="LID4096" dirty="0"/>
          </a:p>
        </p:txBody>
      </p:sp>
      <p:pic>
        <p:nvPicPr>
          <p:cNvPr id="4" name="Content Placeholder 3" descr="A diagram of a process&#10;&#10;AI-generated content may be incorrect.">
            <a:extLst>
              <a:ext uri="{FF2B5EF4-FFF2-40B4-BE49-F238E27FC236}">
                <a16:creationId xmlns:a16="http://schemas.microsoft.com/office/drawing/2014/main" id="{A40DC9A0-213C-8DB0-4012-E50142B68D54}"/>
              </a:ext>
            </a:extLst>
          </p:cNvPr>
          <p:cNvPicPr>
            <a:picLocks noGrp="1" noChangeAspect="1"/>
          </p:cNvPicPr>
          <p:nvPr>
            <p:ph idx="1"/>
          </p:nvPr>
        </p:nvPicPr>
        <p:blipFill>
          <a:blip r:embed="rId2"/>
          <a:stretch>
            <a:fillRect/>
          </a:stretch>
        </p:blipFill>
        <p:spPr>
          <a:xfrm>
            <a:off x="2490093" y="2667000"/>
            <a:ext cx="8007152" cy="3124200"/>
          </a:xfrm>
          <a:prstGeom prst="rect">
            <a:avLst/>
          </a:prstGeom>
        </p:spPr>
      </p:pic>
      <p:sp>
        <p:nvSpPr>
          <p:cNvPr id="5" name="Footer Placeholder 4">
            <a:extLst>
              <a:ext uri="{FF2B5EF4-FFF2-40B4-BE49-F238E27FC236}">
                <a16:creationId xmlns:a16="http://schemas.microsoft.com/office/drawing/2014/main" id="{9CDF6329-D396-0DBF-A926-4F8C1C5BEE79}"/>
              </a:ext>
            </a:extLst>
          </p:cNvPr>
          <p:cNvSpPr>
            <a:spLocks noGrp="1"/>
          </p:cNvSpPr>
          <p:nvPr>
            <p:ph type="ftr" sz="quarter" idx="11"/>
          </p:nvPr>
        </p:nvSpPr>
        <p:spPr/>
        <p:txBody>
          <a:bodyPr/>
          <a:lstStyle/>
          <a:p>
            <a:pPr algn="ctr"/>
            <a:r>
              <a:rPr lang="he-IL" sz="1200" dirty="0"/>
              <a:t>פרויקט מס' 217</a:t>
            </a:r>
          </a:p>
        </p:txBody>
      </p:sp>
    </p:spTree>
    <p:extLst>
      <p:ext uri="{BB962C8B-B14F-4D97-AF65-F5344CB8AC3E}">
        <p14:creationId xmlns:p14="http://schemas.microsoft.com/office/powerpoint/2010/main" val="25835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28441-88DA-641E-0C14-1B3D3E3A877F}"/>
              </a:ext>
            </a:extLst>
          </p:cNvPr>
          <p:cNvSpPr>
            <a:spLocks noGrp="1"/>
          </p:cNvSpPr>
          <p:nvPr>
            <p:ph type="title"/>
          </p:nvPr>
        </p:nvSpPr>
        <p:spPr/>
        <p:txBody>
          <a:bodyPr/>
          <a:lstStyle/>
          <a:p>
            <a:pPr rtl="1"/>
            <a:r>
              <a:rPr lang="he-IL" dirty="0"/>
              <a:t>נספחים – תוצאות לא משוקללות</a:t>
            </a:r>
            <a:endParaRPr lang="LID4096" dirty="0"/>
          </a:p>
        </p:txBody>
      </p:sp>
      <p:graphicFrame>
        <p:nvGraphicFramePr>
          <p:cNvPr id="4" name="Content Placeholder 3">
            <a:extLst>
              <a:ext uri="{FF2B5EF4-FFF2-40B4-BE49-F238E27FC236}">
                <a16:creationId xmlns:a16="http://schemas.microsoft.com/office/drawing/2014/main" id="{F550BFCD-B571-77C4-A5E0-2302E1EC80DA}"/>
              </a:ext>
            </a:extLst>
          </p:cNvPr>
          <p:cNvGraphicFramePr>
            <a:graphicFrameLocks noGrp="1"/>
          </p:cNvGraphicFramePr>
          <p:nvPr>
            <p:ph idx="1"/>
          </p:nvPr>
        </p:nvGraphicFramePr>
        <p:xfrm>
          <a:off x="1484313" y="2667000"/>
          <a:ext cx="10018712" cy="3124200"/>
        </p:xfrm>
        <a:graphic>
          <a:graphicData uri="http://schemas.openxmlformats.org/drawingml/2006/chart">
            <c:chart xmlns:c="http://schemas.openxmlformats.org/drawingml/2006/chart" xmlns:r="http://schemas.openxmlformats.org/officeDocument/2006/relationships" r:id="rId2"/>
          </a:graphicData>
        </a:graphic>
      </p:graphicFrame>
      <p:sp>
        <p:nvSpPr>
          <p:cNvPr id="5" name="Footer Placeholder 4">
            <a:extLst>
              <a:ext uri="{FF2B5EF4-FFF2-40B4-BE49-F238E27FC236}">
                <a16:creationId xmlns:a16="http://schemas.microsoft.com/office/drawing/2014/main" id="{3BB294D3-C1C0-29AC-9A0A-664DAB40AE93}"/>
              </a:ext>
            </a:extLst>
          </p:cNvPr>
          <p:cNvSpPr>
            <a:spLocks noGrp="1"/>
          </p:cNvSpPr>
          <p:nvPr>
            <p:ph type="ftr" sz="quarter" idx="11"/>
          </p:nvPr>
        </p:nvSpPr>
        <p:spPr/>
        <p:txBody>
          <a:bodyPr/>
          <a:lstStyle/>
          <a:p>
            <a:pPr algn="ctr"/>
            <a:r>
              <a:rPr lang="he-IL" sz="1200" dirty="0"/>
              <a:t>פרויקט מס' 217</a:t>
            </a:r>
          </a:p>
        </p:txBody>
      </p:sp>
    </p:spTree>
    <p:extLst>
      <p:ext uri="{BB962C8B-B14F-4D97-AF65-F5344CB8AC3E}">
        <p14:creationId xmlns:p14="http://schemas.microsoft.com/office/powerpoint/2010/main" val="102250792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אינטגרל">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Office_36805267_TF22378848.potx" id="{B0A60017-85C0-467A-8B71-78DB18FF92E3}" vid="{74B32BAA-32CA-4AA6-BB36-5EE51601DE2E}"/>
    </a:ext>
  </a:extLst>
</a:theme>
</file>

<file path=ppt/theme/theme2.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EB8F22"/>
      </a:accent1>
      <a:accent2>
        <a:srgbClr val="CD4223"/>
      </a:accent2>
      <a:accent3>
        <a:srgbClr val="A89374"/>
      </a:accent3>
      <a:accent4>
        <a:srgbClr val="83AA67"/>
      </a:accent4>
      <a:accent5>
        <a:srgbClr val="4FA9C1"/>
      </a:accent5>
      <a:accent6>
        <a:srgbClr val="9390AF"/>
      </a:accent6>
      <a:hlink>
        <a:srgbClr val="EC7220"/>
      </a:hlink>
      <a:folHlink>
        <a:srgbClr val="F09355"/>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EBEC8F79-A447-43FC-8E81-85E8468AF3F9}"/>
    </a:ext>
  </a:extLst>
</a:theme>
</file>

<file path=ppt/theme/theme3.xml><?xml version="1.0" encoding="utf-8"?>
<a:theme xmlns:a="http://schemas.openxmlformats.org/drawingml/2006/main" name="ערכת נושא של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ערכת נושא של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F44C90D-2A62-4985-9618-3460247437B1}">
  <ds:schemaRefs>
    <ds:schemaRef ds:uri="http://schemas.microsoft.com/sharepoint/v3/contenttype/forms"/>
  </ds:schemaRefs>
</ds:datastoreItem>
</file>

<file path=customXml/itemProps3.xml><?xml version="1.0" encoding="utf-8"?>
<ds:datastoreItem xmlns:ds="http://schemas.openxmlformats.org/officeDocument/2006/customXml" ds:itemID="{788A2F88-55C5-4ED1-9541-807C65424763}">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TM03457496[[fn=Parallax]]</Template>
  <TotalTime>10871</TotalTime>
  <Words>1579</Words>
  <Application>Microsoft Office PowerPoint</Application>
  <PresentationFormat>Widescreen</PresentationFormat>
  <Paragraphs>257</Paragraphs>
  <Slides>20</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20</vt:i4>
      </vt:variant>
    </vt:vector>
  </HeadingPairs>
  <TitlesOfParts>
    <vt:vector size="28" baseType="lpstr">
      <vt:lpstr>Aptos</vt:lpstr>
      <vt:lpstr>Arial</vt:lpstr>
      <vt:lpstr>Corbel</vt:lpstr>
      <vt:lpstr>Tahoma</vt:lpstr>
      <vt:lpstr>Tw Cen MT</vt:lpstr>
      <vt:lpstr>Wingdings 3</vt:lpstr>
      <vt:lpstr>אינטגרל</vt:lpstr>
      <vt:lpstr>Parallax</vt:lpstr>
      <vt:lpstr>          מצגת סיום  שם הפרויקט: הנדסת Chatbot והתאמתו לתחומי עניין ספציפיים שם המציגים: מרדכי לשנסקי, רונן דרויאן שם המנחים: מר פיני טנדייטניק, מר יואב אלינסון שם המנחה האקדמי: פרופ' שרון גנות </vt:lpstr>
      <vt:lpstr>רקע</vt:lpstr>
      <vt:lpstr>מטרות הפרויקט</vt:lpstr>
      <vt:lpstr>חלק 1:מערכת להשוואת LLM’s</vt:lpstr>
      <vt:lpstr>ארכיטקטורת מערכת הבדיקה</vt:lpstr>
      <vt:lpstr>תוצאות  Benchmarksוהשוואת מודלים</vt:lpstr>
      <vt:lpstr>ניתוח מנורמל של תוצאות הבדיקה</vt:lpstr>
      <vt:lpstr>חלק 2:תוכנת הצ'אטבוט ושילובו ברובוט</vt:lpstr>
      <vt:lpstr>מערכת RAG</vt:lpstr>
      <vt:lpstr>ארכיטקטורת הצ'אטבוט</vt:lpstr>
      <vt:lpstr>מערכת הROS</vt:lpstr>
      <vt:lpstr>הדמויות במערכת</vt:lpstr>
      <vt:lpstr>הדגמה של מערכת הצ'אטבוט מוטמעת ברובוט</vt:lpstr>
      <vt:lpstr>הדגמה של מערכת הצ'אטבוט מוטמעת ברובוט</vt:lpstr>
      <vt:lpstr>תכנון מול ביצוע</vt:lpstr>
      <vt:lpstr>סיכום והצעות להמשך</vt:lpstr>
      <vt:lpstr>נספחים - ROS</vt:lpstr>
      <vt:lpstr>נספחים – simp vs eng</vt:lpstr>
      <vt:lpstr>נספחים – בניית RAG</vt:lpstr>
      <vt:lpstr>נספחים – תוצאות לא משוקללות</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סיום  שם הפרויקט: הנדסת Chatbot והתאמתו לתחומי עניין ספציפיים שם המציגים: מרדכי לשנסקי ורונן דרויאן שם המנחים: מר פיני טנדייטניק, מר יואב אלינסון</dc:title>
  <dc:creator>Ronen Druyan</dc:creator>
  <cp:lastModifiedBy>Mordechai Lashansky</cp:lastModifiedBy>
  <cp:revision>121</cp:revision>
  <dcterms:created xsi:type="dcterms:W3CDTF">2025-09-29T15:19:44Z</dcterms:created>
  <dcterms:modified xsi:type="dcterms:W3CDTF">2025-10-30T20:16:52Z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